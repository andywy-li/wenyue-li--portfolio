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6" r:id="rId1"/>
  </p:sldMasterIdLst>
  <p:notesMasterIdLst>
    <p:notesMasterId r:id="rId4"/>
  </p:notesMasterIdLst>
  <p:sldIdLst>
    <p:sldId id="280" r:id="rId2"/>
    <p:sldId id="281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864C4C-4FA5-41C6-A35A-F056A0343E78}">
  <a:tblStyle styleId="{24864C4C-4FA5-41C6-A35A-F056A0343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3"/>
    <p:restoredTop sz="94679"/>
  </p:normalViewPr>
  <p:slideViewPr>
    <p:cSldViewPr snapToGrid="0">
      <p:cViewPr varScale="1">
        <p:scale>
          <a:sx n="147" d="100"/>
          <a:sy n="147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4a27ff2a65_1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4a27ff2a65_1_1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4a27ff2a65_1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4a27ff2a65_1_1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68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ubTitle" idx="1"/>
          </p:nvPr>
        </p:nvSpPr>
        <p:spPr>
          <a:xfrm>
            <a:off x="1377050" y="2164500"/>
            <a:ext cx="2532900" cy="6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2"/>
          </p:nvPr>
        </p:nvSpPr>
        <p:spPr>
          <a:xfrm>
            <a:off x="1377050" y="1407926"/>
            <a:ext cx="2532900" cy="8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3500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5233850" y="2164500"/>
            <a:ext cx="2532900" cy="6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ubTitle" idx="4"/>
          </p:nvPr>
        </p:nvSpPr>
        <p:spPr>
          <a:xfrm>
            <a:off x="5233850" y="1407925"/>
            <a:ext cx="2532900" cy="8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5"/>
          </p:nvPr>
        </p:nvSpPr>
        <p:spPr>
          <a:xfrm>
            <a:off x="1377050" y="3758775"/>
            <a:ext cx="2532900" cy="6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ubTitle" idx="6"/>
          </p:nvPr>
        </p:nvSpPr>
        <p:spPr>
          <a:xfrm>
            <a:off x="1377050" y="3002100"/>
            <a:ext cx="2532900" cy="8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7"/>
          </p:nvPr>
        </p:nvSpPr>
        <p:spPr>
          <a:xfrm>
            <a:off x="5233850" y="3758775"/>
            <a:ext cx="2532900" cy="6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8"/>
          </p:nvPr>
        </p:nvSpPr>
        <p:spPr>
          <a:xfrm>
            <a:off x="5233850" y="3002100"/>
            <a:ext cx="2532900" cy="83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6"/>
          <p:cNvGrpSpPr/>
          <p:nvPr/>
        </p:nvGrpSpPr>
        <p:grpSpPr>
          <a:xfrm>
            <a:off x="6605565" y="2082971"/>
            <a:ext cx="3157715" cy="3383114"/>
            <a:chOff x="6605565" y="2082971"/>
            <a:chExt cx="3157715" cy="3383114"/>
          </a:xfrm>
        </p:grpSpPr>
        <p:grpSp>
          <p:nvGrpSpPr>
            <p:cNvPr id="134" name="Google Shape;134;p26"/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135" name="Google Shape;135;p26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6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6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6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6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6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6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6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6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6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6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6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6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6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6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6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6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6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6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6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6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6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6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6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6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6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6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6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6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6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6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6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6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6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6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6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6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6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6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6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" name="Google Shape;182;p26"/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" name="Google Shape;183;p26"/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184" name="Google Shape;184;p26"/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6"/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6"/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6"/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6"/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6"/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6"/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3" name="Google Shape;193;p26"/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26"/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195" name="Google Shape;195;p26"/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6"/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6"/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6"/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6"/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6"/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6"/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6"/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6"/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6"/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6"/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7" name="Google Shape;207;p26"/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8" name="Google Shape;208;p26"/>
            <p:cNvCxnSpPr>
              <a:stCxn id="182" idx="5"/>
              <a:endCxn id="207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6"/>
            <p:cNvCxnSpPr>
              <a:stCxn id="182" idx="6"/>
              <a:endCxn id="193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6"/>
            <p:cNvCxnSpPr>
              <a:stCxn id="193" idx="4"/>
              <a:endCxn id="207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>
              <a:stCxn id="182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6"/>
            <p:cNvCxnSpPr>
              <a:stCxn id="207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7"/>
          <p:cNvGrpSpPr/>
          <p:nvPr/>
        </p:nvGrpSpPr>
        <p:grpSpPr>
          <a:xfrm>
            <a:off x="-212420" y="2760723"/>
            <a:ext cx="2843422" cy="2447099"/>
            <a:chOff x="-822020" y="3675123"/>
            <a:chExt cx="2843422" cy="2447099"/>
          </a:xfrm>
        </p:grpSpPr>
        <p:grpSp>
          <p:nvGrpSpPr>
            <p:cNvPr id="215" name="Google Shape;215;p27"/>
            <p:cNvGrpSpPr/>
            <p:nvPr/>
          </p:nvGrpSpPr>
          <p:grpSpPr>
            <a:xfrm flipH="1">
              <a:off x="460835" y="4337895"/>
              <a:ext cx="1560567" cy="1561202"/>
              <a:chOff x="6644550" y="3312875"/>
              <a:chExt cx="737125" cy="737425"/>
            </a:xfrm>
          </p:grpSpPr>
          <p:sp>
            <p:nvSpPr>
              <p:cNvPr id="216" name="Google Shape;216;p27"/>
              <p:cNvSpPr/>
              <p:nvPr/>
            </p:nvSpPr>
            <p:spPr>
              <a:xfrm>
                <a:off x="6766750" y="3435950"/>
                <a:ext cx="491800" cy="491800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9672" extrusionOk="0">
                    <a:moveTo>
                      <a:pt x="9835" y="3807"/>
                    </a:moveTo>
                    <a:cubicBezTo>
                      <a:pt x="13161" y="3807"/>
                      <a:pt x="15866" y="6511"/>
                      <a:pt x="15866" y="9837"/>
                    </a:cubicBezTo>
                    <a:cubicBezTo>
                      <a:pt x="15866" y="13161"/>
                      <a:pt x="13161" y="15865"/>
                      <a:pt x="9835" y="15865"/>
                    </a:cubicBezTo>
                    <a:cubicBezTo>
                      <a:pt x="6511" y="15865"/>
                      <a:pt x="3805" y="13161"/>
                      <a:pt x="3805" y="9837"/>
                    </a:cubicBezTo>
                    <a:cubicBezTo>
                      <a:pt x="3805" y="6511"/>
                      <a:pt x="6511" y="3807"/>
                      <a:pt x="9835" y="3807"/>
                    </a:cubicBezTo>
                    <a:close/>
                    <a:moveTo>
                      <a:pt x="9835" y="3354"/>
                    </a:moveTo>
                    <a:cubicBezTo>
                      <a:pt x="6262" y="3354"/>
                      <a:pt x="3353" y="6262"/>
                      <a:pt x="3353" y="9837"/>
                    </a:cubicBezTo>
                    <a:cubicBezTo>
                      <a:pt x="3353" y="13410"/>
                      <a:pt x="6262" y="16318"/>
                      <a:pt x="9835" y="16318"/>
                    </a:cubicBezTo>
                    <a:cubicBezTo>
                      <a:pt x="13411" y="16318"/>
                      <a:pt x="16318" y="13410"/>
                      <a:pt x="16318" y="9837"/>
                    </a:cubicBezTo>
                    <a:cubicBezTo>
                      <a:pt x="16318" y="6262"/>
                      <a:pt x="13411" y="3354"/>
                      <a:pt x="9835" y="3354"/>
                    </a:cubicBezTo>
                    <a:close/>
                    <a:moveTo>
                      <a:pt x="9835" y="453"/>
                    </a:moveTo>
                    <a:cubicBezTo>
                      <a:pt x="9976" y="453"/>
                      <a:pt x="10123" y="456"/>
                      <a:pt x="10286" y="466"/>
                    </a:cubicBezTo>
                    <a:lnTo>
                      <a:pt x="10153" y="2323"/>
                    </a:lnTo>
                    <a:lnTo>
                      <a:pt x="10379" y="2338"/>
                    </a:lnTo>
                    <a:cubicBezTo>
                      <a:pt x="11512" y="2421"/>
                      <a:pt x="12588" y="2750"/>
                      <a:pt x="13572" y="3316"/>
                    </a:cubicBezTo>
                    <a:lnTo>
                      <a:pt x="13769" y="3429"/>
                    </a:lnTo>
                    <a:lnTo>
                      <a:pt x="14696" y="1816"/>
                    </a:lnTo>
                    <a:cubicBezTo>
                      <a:pt x="16183" y="2718"/>
                      <a:pt x="17377" y="3999"/>
                      <a:pt x="18173" y="5537"/>
                    </a:cubicBezTo>
                    <a:lnTo>
                      <a:pt x="16500" y="6351"/>
                    </a:lnTo>
                    <a:lnTo>
                      <a:pt x="16599" y="6554"/>
                    </a:lnTo>
                    <a:cubicBezTo>
                      <a:pt x="17096" y="7572"/>
                      <a:pt x="17349" y="8666"/>
                      <a:pt x="17354" y="9806"/>
                    </a:cubicBezTo>
                    <a:lnTo>
                      <a:pt x="17354" y="10030"/>
                    </a:lnTo>
                    <a:lnTo>
                      <a:pt x="19218" y="10030"/>
                    </a:lnTo>
                    <a:cubicBezTo>
                      <a:pt x="19181" y="11778"/>
                      <a:pt x="18664" y="13463"/>
                      <a:pt x="17713" y="14929"/>
                    </a:cubicBezTo>
                    <a:lnTo>
                      <a:pt x="16176" y="13880"/>
                    </a:lnTo>
                    <a:lnTo>
                      <a:pt x="16049" y="14066"/>
                    </a:lnTo>
                    <a:cubicBezTo>
                      <a:pt x="15416" y="14993"/>
                      <a:pt x="14567" y="15779"/>
                      <a:pt x="13596" y="16344"/>
                    </a:cubicBezTo>
                    <a:lnTo>
                      <a:pt x="13401" y="16457"/>
                    </a:lnTo>
                    <a:lnTo>
                      <a:pt x="14332" y="18068"/>
                    </a:lnTo>
                    <a:cubicBezTo>
                      <a:pt x="12956" y="18823"/>
                      <a:pt x="11407" y="19219"/>
                      <a:pt x="9835" y="19219"/>
                    </a:cubicBezTo>
                    <a:cubicBezTo>
                      <a:pt x="9688" y="19219"/>
                      <a:pt x="9536" y="19216"/>
                      <a:pt x="9370" y="19206"/>
                    </a:cubicBezTo>
                    <a:lnTo>
                      <a:pt x="9368" y="19206"/>
                    </a:lnTo>
                    <a:lnTo>
                      <a:pt x="9503" y="17351"/>
                    </a:lnTo>
                    <a:lnTo>
                      <a:pt x="9279" y="17334"/>
                    </a:lnTo>
                    <a:cubicBezTo>
                      <a:pt x="8144" y="17250"/>
                      <a:pt x="7070" y="16919"/>
                      <a:pt x="6087" y="16351"/>
                    </a:cubicBezTo>
                    <a:lnTo>
                      <a:pt x="5890" y="16237"/>
                    </a:lnTo>
                    <a:lnTo>
                      <a:pt x="4960" y="17850"/>
                    </a:lnTo>
                    <a:cubicBezTo>
                      <a:pt x="3475" y="16944"/>
                      <a:pt x="2282" y="15662"/>
                      <a:pt x="1489" y="14122"/>
                    </a:cubicBezTo>
                    <a:lnTo>
                      <a:pt x="3164" y="13311"/>
                    </a:lnTo>
                    <a:lnTo>
                      <a:pt x="3065" y="13108"/>
                    </a:lnTo>
                    <a:cubicBezTo>
                      <a:pt x="2570" y="12087"/>
                      <a:pt x="2318" y="10993"/>
                      <a:pt x="2315" y="9852"/>
                    </a:cubicBezTo>
                    <a:lnTo>
                      <a:pt x="2315" y="9627"/>
                    </a:lnTo>
                    <a:lnTo>
                      <a:pt x="453" y="9627"/>
                    </a:lnTo>
                    <a:cubicBezTo>
                      <a:pt x="493" y="7889"/>
                      <a:pt x="1007" y="6216"/>
                      <a:pt x="1948" y="4757"/>
                    </a:cubicBezTo>
                    <a:lnTo>
                      <a:pt x="3488" y="5804"/>
                    </a:lnTo>
                    <a:lnTo>
                      <a:pt x="3615" y="5618"/>
                    </a:lnTo>
                    <a:cubicBezTo>
                      <a:pt x="4245" y="4691"/>
                      <a:pt x="5092" y="3901"/>
                      <a:pt x="6064" y="3336"/>
                    </a:cubicBezTo>
                    <a:lnTo>
                      <a:pt x="6259" y="3222"/>
                    </a:lnTo>
                    <a:lnTo>
                      <a:pt x="5324" y="1613"/>
                    </a:lnTo>
                    <a:cubicBezTo>
                      <a:pt x="6703" y="853"/>
                      <a:pt x="8258" y="453"/>
                      <a:pt x="9835" y="453"/>
                    </a:cubicBezTo>
                    <a:close/>
                    <a:moveTo>
                      <a:pt x="9835" y="0"/>
                    </a:moveTo>
                    <a:cubicBezTo>
                      <a:pt x="8104" y="0"/>
                      <a:pt x="6397" y="461"/>
                      <a:pt x="4901" y="1334"/>
                    </a:cubicBezTo>
                    <a:lnTo>
                      <a:pt x="4704" y="1448"/>
                    </a:lnTo>
                    <a:lnTo>
                      <a:pt x="5642" y="3062"/>
                    </a:lnTo>
                    <a:cubicBezTo>
                      <a:pt x="4759" y="3610"/>
                      <a:pt x="3980" y="4336"/>
                      <a:pt x="3371" y="5176"/>
                    </a:cubicBezTo>
                    <a:lnTo>
                      <a:pt x="1828" y="4127"/>
                    </a:lnTo>
                    <a:lnTo>
                      <a:pt x="1701" y="4314"/>
                    </a:lnTo>
                    <a:cubicBezTo>
                      <a:pt x="589" y="5948"/>
                      <a:pt x="1" y="7858"/>
                      <a:pt x="1" y="9852"/>
                    </a:cubicBezTo>
                    <a:lnTo>
                      <a:pt x="1" y="10078"/>
                    </a:lnTo>
                    <a:lnTo>
                      <a:pt x="1867" y="10078"/>
                    </a:lnTo>
                    <a:cubicBezTo>
                      <a:pt x="1899" y="11131"/>
                      <a:pt x="2132" y="12145"/>
                      <a:pt x="2563" y="13100"/>
                    </a:cubicBezTo>
                    <a:lnTo>
                      <a:pt x="883" y="13913"/>
                    </a:lnTo>
                    <a:lnTo>
                      <a:pt x="982" y="14117"/>
                    </a:lnTo>
                    <a:cubicBezTo>
                      <a:pt x="1844" y="15897"/>
                      <a:pt x="3211" y="17362"/>
                      <a:pt x="4929" y="18357"/>
                    </a:cubicBezTo>
                    <a:lnTo>
                      <a:pt x="5125" y="18469"/>
                    </a:lnTo>
                    <a:lnTo>
                      <a:pt x="6057" y="16853"/>
                    </a:lnTo>
                    <a:cubicBezTo>
                      <a:pt x="6981" y="17352"/>
                      <a:pt x="7975" y="17658"/>
                      <a:pt x="9021" y="17765"/>
                    </a:cubicBezTo>
                    <a:lnTo>
                      <a:pt x="8884" y="19626"/>
                    </a:lnTo>
                    <a:lnTo>
                      <a:pt x="9110" y="19642"/>
                    </a:lnTo>
                    <a:cubicBezTo>
                      <a:pt x="9384" y="19664"/>
                      <a:pt x="9614" y="19672"/>
                      <a:pt x="9835" y="19672"/>
                    </a:cubicBezTo>
                    <a:cubicBezTo>
                      <a:pt x="11562" y="19672"/>
                      <a:pt x="13264" y="19214"/>
                      <a:pt x="14755" y="18347"/>
                    </a:cubicBezTo>
                    <a:lnTo>
                      <a:pt x="14952" y="18234"/>
                    </a:lnTo>
                    <a:lnTo>
                      <a:pt x="14015" y="16619"/>
                    </a:lnTo>
                    <a:cubicBezTo>
                      <a:pt x="14901" y="16070"/>
                      <a:pt x="15680" y="15347"/>
                      <a:pt x="16292" y="14506"/>
                    </a:cubicBezTo>
                    <a:lnTo>
                      <a:pt x="17833" y="15558"/>
                    </a:lnTo>
                    <a:lnTo>
                      <a:pt x="17960" y="15371"/>
                    </a:lnTo>
                    <a:cubicBezTo>
                      <a:pt x="19079" y="13734"/>
                      <a:pt x="19672" y="11819"/>
                      <a:pt x="19672" y="9835"/>
                    </a:cubicBezTo>
                    <a:lnTo>
                      <a:pt x="19670" y="9578"/>
                    </a:lnTo>
                    <a:lnTo>
                      <a:pt x="17802" y="9578"/>
                    </a:lnTo>
                    <a:cubicBezTo>
                      <a:pt x="17769" y="8527"/>
                      <a:pt x="17534" y="7514"/>
                      <a:pt x="17103" y="6561"/>
                    </a:cubicBezTo>
                    <a:lnTo>
                      <a:pt x="18781" y="5745"/>
                    </a:lnTo>
                    <a:lnTo>
                      <a:pt x="18682" y="5540"/>
                    </a:lnTo>
                    <a:cubicBezTo>
                      <a:pt x="17815" y="3762"/>
                      <a:pt x="16449" y="2299"/>
                      <a:pt x="14727" y="1309"/>
                    </a:cubicBezTo>
                    <a:lnTo>
                      <a:pt x="14531" y="1195"/>
                    </a:lnTo>
                    <a:lnTo>
                      <a:pt x="13601" y="2814"/>
                    </a:lnTo>
                    <a:cubicBezTo>
                      <a:pt x="12677" y="2315"/>
                      <a:pt x="11682" y="2011"/>
                      <a:pt x="10637" y="1907"/>
                    </a:cubicBezTo>
                    <a:lnTo>
                      <a:pt x="10769" y="45"/>
                    </a:lnTo>
                    <a:lnTo>
                      <a:pt x="10544" y="29"/>
                    </a:lnTo>
                    <a:cubicBezTo>
                      <a:pt x="10275" y="10"/>
                      <a:pt x="10050" y="0"/>
                      <a:pt x="9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7230275" y="3518500"/>
                <a:ext cx="95075" cy="187625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7505" extrusionOk="0">
                    <a:moveTo>
                      <a:pt x="1655" y="622"/>
                    </a:moveTo>
                    <a:cubicBezTo>
                      <a:pt x="2770" y="2575"/>
                      <a:pt x="3305" y="4780"/>
                      <a:pt x="3214" y="7026"/>
                    </a:cubicBezTo>
                    <a:lnTo>
                      <a:pt x="2013" y="6955"/>
                    </a:lnTo>
                    <a:lnTo>
                      <a:pt x="2015" y="6955"/>
                    </a:lnTo>
                    <a:cubicBezTo>
                      <a:pt x="2089" y="4952"/>
                      <a:pt x="1610" y="2986"/>
                      <a:pt x="620" y="1237"/>
                    </a:cubicBezTo>
                    <a:lnTo>
                      <a:pt x="1655" y="622"/>
                    </a:lnTo>
                    <a:close/>
                    <a:moveTo>
                      <a:pt x="1813" y="1"/>
                    </a:moveTo>
                    <a:lnTo>
                      <a:pt x="1" y="1080"/>
                    </a:lnTo>
                    <a:lnTo>
                      <a:pt x="117" y="1273"/>
                    </a:lnTo>
                    <a:cubicBezTo>
                      <a:pt x="1177" y="3057"/>
                      <a:pt x="1673" y="5091"/>
                      <a:pt x="1551" y="7153"/>
                    </a:cubicBezTo>
                    <a:lnTo>
                      <a:pt x="1539" y="7379"/>
                    </a:lnTo>
                    <a:lnTo>
                      <a:pt x="3640" y="7505"/>
                    </a:lnTo>
                    <a:lnTo>
                      <a:pt x="3654" y="7278"/>
                    </a:lnTo>
                    <a:cubicBezTo>
                      <a:pt x="3802" y="4789"/>
                      <a:pt x="3206" y="2340"/>
                      <a:pt x="1929" y="196"/>
                    </a:cubicBezTo>
                    <a:lnTo>
                      <a:pt x="18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7002700" y="3372300"/>
                <a:ext cx="185350" cy="98450"/>
              </a:xfrm>
              <a:custGeom>
                <a:avLst/>
                <a:gdLst/>
                <a:ahLst/>
                <a:cxnLst/>
                <a:rect l="l" t="t" r="r" b="b"/>
                <a:pathLst>
                  <a:path w="7414" h="3938" extrusionOk="0">
                    <a:moveTo>
                      <a:pt x="459" y="453"/>
                    </a:moveTo>
                    <a:lnTo>
                      <a:pt x="459" y="453"/>
                    </a:lnTo>
                    <a:cubicBezTo>
                      <a:pt x="2479" y="463"/>
                      <a:pt x="4475" y="992"/>
                      <a:pt x="6244" y="1986"/>
                    </a:cubicBezTo>
                    <a:cubicBezTo>
                      <a:pt x="6428" y="2091"/>
                      <a:pt x="6609" y="2198"/>
                      <a:pt x="6786" y="2310"/>
                    </a:cubicBezTo>
                    <a:lnTo>
                      <a:pt x="6125" y="3313"/>
                    </a:lnTo>
                    <a:cubicBezTo>
                      <a:pt x="5958" y="3206"/>
                      <a:pt x="5806" y="3113"/>
                      <a:pt x="5658" y="3031"/>
                    </a:cubicBezTo>
                    <a:cubicBezTo>
                      <a:pt x="4075" y="2142"/>
                      <a:pt x="2289" y="1669"/>
                      <a:pt x="477" y="1658"/>
                    </a:cubicBezTo>
                    <a:lnTo>
                      <a:pt x="459" y="453"/>
                    </a:lnTo>
                    <a:close/>
                    <a:moveTo>
                      <a:pt x="419" y="1"/>
                    </a:moveTo>
                    <a:cubicBezTo>
                      <a:pt x="354" y="1"/>
                      <a:pt x="290" y="1"/>
                      <a:pt x="226" y="2"/>
                    </a:cubicBezTo>
                    <a:lnTo>
                      <a:pt x="1" y="6"/>
                    </a:lnTo>
                    <a:lnTo>
                      <a:pt x="31" y="2115"/>
                    </a:lnTo>
                    <a:lnTo>
                      <a:pt x="257" y="2112"/>
                    </a:lnTo>
                    <a:cubicBezTo>
                      <a:pt x="313" y="2111"/>
                      <a:pt x="368" y="2111"/>
                      <a:pt x="424" y="2111"/>
                    </a:cubicBezTo>
                    <a:cubicBezTo>
                      <a:pt x="2177" y="2111"/>
                      <a:pt x="3907" y="2565"/>
                      <a:pt x="5435" y="3425"/>
                    </a:cubicBezTo>
                    <a:cubicBezTo>
                      <a:pt x="5628" y="3533"/>
                      <a:pt x="5828" y="3657"/>
                      <a:pt x="6066" y="3814"/>
                    </a:cubicBezTo>
                    <a:lnTo>
                      <a:pt x="6254" y="3938"/>
                    </a:lnTo>
                    <a:lnTo>
                      <a:pt x="7414" y="2181"/>
                    </a:lnTo>
                    <a:lnTo>
                      <a:pt x="7225" y="2056"/>
                    </a:lnTo>
                    <a:cubicBezTo>
                      <a:pt x="6979" y="1894"/>
                      <a:pt x="6725" y="1739"/>
                      <a:pt x="6466" y="1592"/>
                    </a:cubicBezTo>
                    <a:cubicBezTo>
                      <a:pt x="4617" y="553"/>
                      <a:pt x="2533" y="1"/>
                      <a:pt x="4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7"/>
              <p:cNvSpPr/>
              <p:nvPr/>
            </p:nvSpPr>
            <p:spPr>
              <a:xfrm>
                <a:off x="7121650" y="3802825"/>
                <a:ext cx="163875" cy="158850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6354" extrusionOk="0">
                    <a:moveTo>
                      <a:pt x="4894" y="589"/>
                    </a:moveTo>
                    <a:lnTo>
                      <a:pt x="5938" y="1176"/>
                    </a:lnTo>
                    <a:cubicBezTo>
                      <a:pt x="4797" y="3132"/>
                      <a:pt x="3145" y="4706"/>
                      <a:pt x="1139" y="5745"/>
                    </a:cubicBezTo>
                    <a:lnTo>
                      <a:pt x="606" y="4668"/>
                    </a:lnTo>
                    <a:cubicBezTo>
                      <a:pt x="2398" y="3736"/>
                      <a:pt x="3875" y="2330"/>
                      <a:pt x="4894" y="589"/>
                    </a:cubicBezTo>
                    <a:close/>
                    <a:moveTo>
                      <a:pt x="4708" y="1"/>
                    </a:moveTo>
                    <a:lnTo>
                      <a:pt x="4597" y="199"/>
                    </a:lnTo>
                    <a:cubicBezTo>
                      <a:pt x="3581" y="2007"/>
                      <a:pt x="2061" y="3447"/>
                      <a:pt x="204" y="4364"/>
                    </a:cubicBezTo>
                    <a:lnTo>
                      <a:pt x="1" y="4465"/>
                    </a:lnTo>
                    <a:lnTo>
                      <a:pt x="936" y="6353"/>
                    </a:lnTo>
                    <a:lnTo>
                      <a:pt x="1139" y="6252"/>
                    </a:lnTo>
                    <a:cubicBezTo>
                      <a:pt x="3373" y="5147"/>
                      <a:pt x="5203" y="3409"/>
                      <a:pt x="6431" y="1228"/>
                    </a:cubicBezTo>
                    <a:lnTo>
                      <a:pt x="6555" y="1004"/>
                    </a:lnTo>
                    <a:lnTo>
                      <a:pt x="4921" y="83"/>
                    </a:lnTo>
                    <a:lnTo>
                      <a:pt x="47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7"/>
              <p:cNvSpPr/>
              <p:nvPr/>
            </p:nvSpPr>
            <p:spPr>
              <a:xfrm>
                <a:off x="6836800" y="3892700"/>
                <a:ext cx="185225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3948" extrusionOk="0">
                    <a:moveTo>
                      <a:pt x="1291" y="627"/>
                    </a:moveTo>
                    <a:cubicBezTo>
                      <a:pt x="1463" y="738"/>
                      <a:pt x="1620" y="832"/>
                      <a:pt x="1773" y="919"/>
                    </a:cubicBezTo>
                    <a:cubicBezTo>
                      <a:pt x="3349" y="1805"/>
                      <a:pt x="5130" y="2277"/>
                      <a:pt x="6936" y="2291"/>
                    </a:cubicBezTo>
                    <a:lnTo>
                      <a:pt x="6951" y="3495"/>
                    </a:lnTo>
                    <a:cubicBezTo>
                      <a:pt x="4939" y="3482"/>
                      <a:pt x="2951" y="2955"/>
                      <a:pt x="1187" y="1962"/>
                    </a:cubicBezTo>
                    <a:cubicBezTo>
                      <a:pt x="998" y="1856"/>
                      <a:pt x="810" y="1744"/>
                      <a:pt x="628" y="1628"/>
                    </a:cubicBezTo>
                    <a:lnTo>
                      <a:pt x="627" y="1628"/>
                    </a:lnTo>
                    <a:lnTo>
                      <a:pt x="1291" y="627"/>
                    </a:lnTo>
                    <a:close/>
                    <a:moveTo>
                      <a:pt x="1162" y="1"/>
                    </a:moveTo>
                    <a:lnTo>
                      <a:pt x="1" y="1757"/>
                    </a:lnTo>
                    <a:lnTo>
                      <a:pt x="189" y="1881"/>
                    </a:lnTo>
                    <a:cubicBezTo>
                      <a:pt x="440" y="2048"/>
                      <a:pt x="701" y="2208"/>
                      <a:pt x="965" y="2357"/>
                    </a:cubicBezTo>
                    <a:cubicBezTo>
                      <a:pt x="2819" y="3399"/>
                      <a:pt x="4911" y="3948"/>
                      <a:pt x="7027" y="3948"/>
                    </a:cubicBezTo>
                    <a:cubicBezTo>
                      <a:pt x="7078" y="3948"/>
                      <a:pt x="7131" y="3948"/>
                      <a:pt x="7184" y="3946"/>
                    </a:cubicBezTo>
                    <a:lnTo>
                      <a:pt x="7408" y="3944"/>
                    </a:lnTo>
                    <a:lnTo>
                      <a:pt x="7382" y="1835"/>
                    </a:lnTo>
                    <a:lnTo>
                      <a:pt x="7156" y="1838"/>
                    </a:lnTo>
                    <a:cubicBezTo>
                      <a:pt x="7103" y="1839"/>
                      <a:pt x="7051" y="1839"/>
                      <a:pt x="6999" y="1839"/>
                    </a:cubicBezTo>
                    <a:cubicBezTo>
                      <a:pt x="5247" y="1839"/>
                      <a:pt x="3522" y="1383"/>
                      <a:pt x="1996" y="525"/>
                    </a:cubicBezTo>
                    <a:cubicBezTo>
                      <a:pt x="1796" y="412"/>
                      <a:pt x="1591" y="287"/>
                      <a:pt x="1350" y="126"/>
                    </a:cubicBezTo>
                    <a:lnTo>
                      <a:pt x="11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6699875" y="3657075"/>
                <a:ext cx="94875" cy="187700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7508" extrusionOk="0">
                    <a:moveTo>
                      <a:pt x="592" y="480"/>
                    </a:moveTo>
                    <a:lnTo>
                      <a:pt x="1792" y="553"/>
                    </a:lnTo>
                    <a:cubicBezTo>
                      <a:pt x="1712" y="2555"/>
                      <a:pt x="2188" y="4522"/>
                      <a:pt x="3176" y="6272"/>
                    </a:cubicBezTo>
                    <a:lnTo>
                      <a:pt x="2140" y="6887"/>
                    </a:lnTo>
                    <a:cubicBezTo>
                      <a:pt x="1030" y="4931"/>
                      <a:pt x="497" y="2725"/>
                      <a:pt x="592" y="480"/>
                    </a:cubicBezTo>
                    <a:close/>
                    <a:moveTo>
                      <a:pt x="166" y="1"/>
                    </a:moveTo>
                    <a:lnTo>
                      <a:pt x="153" y="225"/>
                    </a:lnTo>
                    <a:cubicBezTo>
                      <a:pt x="1" y="2715"/>
                      <a:pt x="592" y="5165"/>
                      <a:pt x="1864" y="7313"/>
                    </a:cubicBezTo>
                    <a:lnTo>
                      <a:pt x="1980" y="7508"/>
                    </a:lnTo>
                    <a:lnTo>
                      <a:pt x="3794" y="6432"/>
                    </a:lnTo>
                    <a:lnTo>
                      <a:pt x="3678" y="6237"/>
                    </a:lnTo>
                    <a:cubicBezTo>
                      <a:pt x="2623" y="4451"/>
                      <a:pt x="2130" y="2418"/>
                      <a:pt x="2254" y="354"/>
                    </a:cubicBezTo>
                    <a:lnTo>
                      <a:pt x="2268" y="13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7"/>
              <p:cNvSpPr/>
              <p:nvPr/>
            </p:nvSpPr>
            <p:spPr>
              <a:xfrm>
                <a:off x="6739900" y="3402250"/>
                <a:ext cx="163300" cy="158825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6353" extrusionOk="0">
                    <a:moveTo>
                      <a:pt x="5391" y="610"/>
                    </a:moveTo>
                    <a:lnTo>
                      <a:pt x="5927" y="1687"/>
                    </a:lnTo>
                    <a:cubicBezTo>
                      <a:pt x="4147" y="2616"/>
                      <a:pt x="2680" y="4012"/>
                      <a:pt x="1663" y="5743"/>
                    </a:cubicBezTo>
                    <a:lnTo>
                      <a:pt x="619" y="5157"/>
                    </a:lnTo>
                    <a:cubicBezTo>
                      <a:pt x="1755" y="3212"/>
                      <a:pt x="3399" y="1648"/>
                      <a:pt x="5391" y="610"/>
                    </a:cubicBezTo>
                    <a:close/>
                    <a:moveTo>
                      <a:pt x="5593" y="0"/>
                    </a:moveTo>
                    <a:lnTo>
                      <a:pt x="5391" y="101"/>
                    </a:lnTo>
                    <a:cubicBezTo>
                      <a:pt x="3164" y="1208"/>
                      <a:pt x="1341" y="2943"/>
                      <a:pt x="111" y="5130"/>
                    </a:cubicBezTo>
                    <a:lnTo>
                      <a:pt x="1" y="5327"/>
                    </a:lnTo>
                    <a:lnTo>
                      <a:pt x="1636" y="6247"/>
                    </a:lnTo>
                    <a:lnTo>
                      <a:pt x="1844" y="6353"/>
                    </a:lnTo>
                    <a:lnTo>
                      <a:pt x="1952" y="6146"/>
                    </a:lnTo>
                    <a:cubicBezTo>
                      <a:pt x="2966" y="4344"/>
                      <a:pt x="4480" y="2906"/>
                      <a:pt x="6330" y="1988"/>
                    </a:cubicBezTo>
                    <a:lnTo>
                      <a:pt x="6531" y="1889"/>
                    </a:lnTo>
                    <a:lnTo>
                      <a:pt x="55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6644550" y="3312875"/>
                <a:ext cx="737125" cy="737425"/>
              </a:xfrm>
              <a:custGeom>
                <a:avLst/>
                <a:gdLst/>
                <a:ahLst/>
                <a:cxnLst/>
                <a:rect l="l" t="t" r="r" b="b"/>
                <a:pathLst>
                  <a:path w="29485" h="29497" extrusionOk="0">
                    <a:moveTo>
                      <a:pt x="14517" y="0"/>
                    </a:moveTo>
                    <a:cubicBezTo>
                      <a:pt x="14291" y="4"/>
                      <a:pt x="14059" y="12"/>
                      <a:pt x="13830" y="25"/>
                    </a:cubicBezTo>
                    <a:lnTo>
                      <a:pt x="13858" y="476"/>
                    </a:lnTo>
                    <a:lnTo>
                      <a:pt x="13858" y="476"/>
                    </a:lnTo>
                    <a:cubicBezTo>
                      <a:pt x="14080" y="463"/>
                      <a:pt x="14304" y="455"/>
                      <a:pt x="14522" y="453"/>
                    </a:cubicBezTo>
                    <a:lnTo>
                      <a:pt x="14517" y="0"/>
                    </a:lnTo>
                    <a:close/>
                    <a:moveTo>
                      <a:pt x="13858" y="476"/>
                    </a:moveTo>
                    <a:cubicBezTo>
                      <a:pt x="13857" y="476"/>
                      <a:pt x="13857" y="476"/>
                      <a:pt x="13856" y="476"/>
                    </a:cubicBezTo>
                    <a:lnTo>
                      <a:pt x="13858" y="476"/>
                    </a:lnTo>
                    <a:lnTo>
                      <a:pt x="13858" y="476"/>
                    </a:lnTo>
                    <a:close/>
                    <a:moveTo>
                      <a:pt x="17249" y="215"/>
                    </a:moveTo>
                    <a:lnTo>
                      <a:pt x="17173" y="659"/>
                    </a:lnTo>
                    <a:cubicBezTo>
                      <a:pt x="17392" y="697"/>
                      <a:pt x="17611" y="740"/>
                      <a:pt x="17826" y="788"/>
                    </a:cubicBezTo>
                    <a:lnTo>
                      <a:pt x="17924" y="347"/>
                    </a:lnTo>
                    <a:cubicBezTo>
                      <a:pt x="17702" y="298"/>
                      <a:pt x="17476" y="253"/>
                      <a:pt x="17249" y="215"/>
                    </a:cubicBezTo>
                    <a:close/>
                    <a:moveTo>
                      <a:pt x="11119" y="441"/>
                    </a:moveTo>
                    <a:cubicBezTo>
                      <a:pt x="10901" y="496"/>
                      <a:pt x="10678" y="559"/>
                      <a:pt x="10458" y="625"/>
                    </a:cubicBezTo>
                    <a:lnTo>
                      <a:pt x="10588" y="1058"/>
                    </a:lnTo>
                    <a:cubicBezTo>
                      <a:pt x="10801" y="993"/>
                      <a:pt x="11016" y="934"/>
                      <a:pt x="11229" y="881"/>
                    </a:cubicBezTo>
                    <a:lnTo>
                      <a:pt x="11119" y="441"/>
                    </a:lnTo>
                    <a:close/>
                    <a:moveTo>
                      <a:pt x="20535" y="1188"/>
                    </a:moveTo>
                    <a:lnTo>
                      <a:pt x="20357" y="1603"/>
                    </a:lnTo>
                    <a:cubicBezTo>
                      <a:pt x="20560" y="1690"/>
                      <a:pt x="20765" y="1783"/>
                      <a:pt x="20965" y="1880"/>
                    </a:cubicBezTo>
                    <a:lnTo>
                      <a:pt x="21162" y="1472"/>
                    </a:lnTo>
                    <a:cubicBezTo>
                      <a:pt x="20957" y="1373"/>
                      <a:pt x="20745" y="1277"/>
                      <a:pt x="20535" y="1188"/>
                    </a:cubicBezTo>
                    <a:close/>
                    <a:moveTo>
                      <a:pt x="7917" y="1659"/>
                    </a:moveTo>
                    <a:cubicBezTo>
                      <a:pt x="7715" y="1763"/>
                      <a:pt x="7512" y="1874"/>
                      <a:pt x="7316" y="1989"/>
                    </a:cubicBezTo>
                    <a:lnTo>
                      <a:pt x="7544" y="2379"/>
                    </a:lnTo>
                    <a:cubicBezTo>
                      <a:pt x="7733" y="2269"/>
                      <a:pt x="7930" y="2161"/>
                      <a:pt x="8125" y="2059"/>
                    </a:cubicBezTo>
                    <a:lnTo>
                      <a:pt x="7917" y="1659"/>
                    </a:lnTo>
                    <a:close/>
                    <a:moveTo>
                      <a:pt x="23508" y="2896"/>
                    </a:moveTo>
                    <a:lnTo>
                      <a:pt x="23238" y="3260"/>
                    </a:lnTo>
                    <a:cubicBezTo>
                      <a:pt x="23415" y="3390"/>
                      <a:pt x="23592" y="3529"/>
                      <a:pt x="23764" y="3668"/>
                    </a:cubicBezTo>
                    <a:lnTo>
                      <a:pt x="24049" y="3318"/>
                    </a:lnTo>
                    <a:cubicBezTo>
                      <a:pt x="23873" y="3174"/>
                      <a:pt x="23691" y="3032"/>
                      <a:pt x="23508" y="2896"/>
                    </a:cubicBezTo>
                    <a:close/>
                    <a:moveTo>
                      <a:pt x="5082" y="3582"/>
                    </a:moveTo>
                    <a:cubicBezTo>
                      <a:pt x="4912" y="3729"/>
                      <a:pt x="4740" y="3884"/>
                      <a:pt x="4573" y="4043"/>
                    </a:cubicBezTo>
                    <a:lnTo>
                      <a:pt x="4884" y="4370"/>
                    </a:lnTo>
                    <a:cubicBezTo>
                      <a:pt x="5046" y="4216"/>
                      <a:pt x="5212" y="4068"/>
                      <a:pt x="5378" y="3924"/>
                    </a:cubicBezTo>
                    <a:lnTo>
                      <a:pt x="5082" y="3582"/>
                    </a:lnTo>
                    <a:close/>
                    <a:moveTo>
                      <a:pt x="26005" y="5241"/>
                    </a:moveTo>
                    <a:lnTo>
                      <a:pt x="25660" y="5533"/>
                    </a:lnTo>
                    <a:cubicBezTo>
                      <a:pt x="25802" y="5702"/>
                      <a:pt x="25943" y="5875"/>
                      <a:pt x="26078" y="6050"/>
                    </a:cubicBezTo>
                    <a:lnTo>
                      <a:pt x="26437" y="5776"/>
                    </a:lnTo>
                    <a:cubicBezTo>
                      <a:pt x="26298" y="5594"/>
                      <a:pt x="26153" y="5414"/>
                      <a:pt x="26005" y="5241"/>
                    </a:cubicBezTo>
                    <a:close/>
                    <a:moveTo>
                      <a:pt x="2764" y="6105"/>
                    </a:moveTo>
                    <a:cubicBezTo>
                      <a:pt x="2630" y="6288"/>
                      <a:pt x="2500" y="6480"/>
                      <a:pt x="2374" y="6670"/>
                    </a:cubicBezTo>
                    <a:lnTo>
                      <a:pt x="2752" y="6919"/>
                    </a:lnTo>
                    <a:cubicBezTo>
                      <a:pt x="2873" y="6733"/>
                      <a:pt x="3002" y="6549"/>
                      <a:pt x="3131" y="6371"/>
                    </a:cubicBezTo>
                    <a:lnTo>
                      <a:pt x="2764" y="6105"/>
                    </a:lnTo>
                    <a:close/>
                    <a:moveTo>
                      <a:pt x="27899" y="8097"/>
                    </a:moveTo>
                    <a:lnTo>
                      <a:pt x="27494" y="8300"/>
                    </a:lnTo>
                    <a:cubicBezTo>
                      <a:pt x="27595" y="8499"/>
                      <a:pt x="27691" y="8700"/>
                      <a:pt x="27781" y="8900"/>
                    </a:cubicBezTo>
                    <a:lnTo>
                      <a:pt x="28194" y="8715"/>
                    </a:lnTo>
                    <a:cubicBezTo>
                      <a:pt x="28100" y="8507"/>
                      <a:pt x="28001" y="8300"/>
                      <a:pt x="27899" y="8097"/>
                    </a:cubicBezTo>
                    <a:close/>
                    <a:moveTo>
                      <a:pt x="1089" y="9095"/>
                    </a:moveTo>
                    <a:cubicBezTo>
                      <a:pt x="1001" y="9306"/>
                      <a:pt x="917" y="9521"/>
                      <a:pt x="839" y="9736"/>
                    </a:cubicBezTo>
                    <a:lnTo>
                      <a:pt x="1264" y="9890"/>
                    </a:lnTo>
                    <a:cubicBezTo>
                      <a:pt x="1340" y="9681"/>
                      <a:pt x="1421" y="9473"/>
                      <a:pt x="1507" y="9268"/>
                    </a:cubicBezTo>
                    <a:lnTo>
                      <a:pt x="1089" y="9095"/>
                    </a:lnTo>
                    <a:close/>
                    <a:moveTo>
                      <a:pt x="29078" y="11310"/>
                    </a:moveTo>
                    <a:lnTo>
                      <a:pt x="28639" y="11416"/>
                    </a:lnTo>
                    <a:cubicBezTo>
                      <a:pt x="28690" y="11631"/>
                      <a:pt x="28738" y="11851"/>
                      <a:pt x="28779" y="12067"/>
                    </a:cubicBezTo>
                    <a:lnTo>
                      <a:pt x="29224" y="11983"/>
                    </a:lnTo>
                    <a:cubicBezTo>
                      <a:pt x="29181" y="11758"/>
                      <a:pt x="29133" y="11532"/>
                      <a:pt x="29078" y="11310"/>
                    </a:cubicBezTo>
                    <a:close/>
                    <a:moveTo>
                      <a:pt x="152" y="12391"/>
                    </a:moveTo>
                    <a:cubicBezTo>
                      <a:pt x="116" y="12616"/>
                      <a:pt x="84" y="12844"/>
                      <a:pt x="58" y="13072"/>
                    </a:cubicBezTo>
                    <a:lnTo>
                      <a:pt x="507" y="13123"/>
                    </a:lnTo>
                    <a:cubicBezTo>
                      <a:pt x="532" y="12903"/>
                      <a:pt x="563" y="12680"/>
                      <a:pt x="598" y="12464"/>
                    </a:cubicBezTo>
                    <a:lnTo>
                      <a:pt x="152" y="12391"/>
                    </a:lnTo>
                    <a:close/>
                    <a:moveTo>
                      <a:pt x="29032" y="14714"/>
                    </a:moveTo>
                    <a:lnTo>
                      <a:pt x="29032" y="14760"/>
                    </a:lnTo>
                    <a:cubicBezTo>
                      <a:pt x="29032" y="14981"/>
                      <a:pt x="29027" y="15204"/>
                      <a:pt x="29017" y="15426"/>
                    </a:cubicBezTo>
                    <a:lnTo>
                      <a:pt x="29468" y="15446"/>
                    </a:lnTo>
                    <a:cubicBezTo>
                      <a:pt x="29478" y="15218"/>
                      <a:pt x="29485" y="14988"/>
                      <a:pt x="29485" y="14758"/>
                    </a:cubicBezTo>
                    <a:lnTo>
                      <a:pt x="29485" y="14714"/>
                    </a:lnTo>
                    <a:close/>
                    <a:moveTo>
                      <a:pt x="451" y="15783"/>
                    </a:moveTo>
                    <a:lnTo>
                      <a:pt x="0" y="15814"/>
                    </a:lnTo>
                    <a:cubicBezTo>
                      <a:pt x="15" y="16040"/>
                      <a:pt x="36" y="16272"/>
                      <a:pt x="63" y="16496"/>
                    </a:cubicBezTo>
                    <a:lnTo>
                      <a:pt x="512" y="16445"/>
                    </a:lnTo>
                    <a:cubicBezTo>
                      <a:pt x="487" y="16225"/>
                      <a:pt x="466" y="16002"/>
                      <a:pt x="451" y="15783"/>
                    </a:cubicBezTo>
                    <a:close/>
                    <a:moveTo>
                      <a:pt x="28650" y="18059"/>
                    </a:moveTo>
                    <a:cubicBezTo>
                      <a:pt x="28599" y="18274"/>
                      <a:pt x="28543" y="18490"/>
                      <a:pt x="28482" y="18702"/>
                    </a:cubicBezTo>
                    <a:lnTo>
                      <a:pt x="28916" y="18827"/>
                    </a:lnTo>
                    <a:cubicBezTo>
                      <a:pt x="28979" y="18608"/>
                      <a:pt x="29039" y="18385"/>
                      <a:pt x="29090" y="18162"/>
                    </a:cubicBezTo>
                    <a:lnTo>
                      <a:pt x="28650" y="18059"/>
                    </a:lnTo>
                    <a:close/>
                    <a:moveTo>
                      <a:pt x="1067" y="19044"/>
                    </a:moveTo>
                    <a:lnTo>
                      <a:pt x="636" y="19179"/>
                    </a:lnTo>
                    <a:cubicBezTo>
                      <a:pt x="704" y="19399"/>
                      <a:pt x="778" y="19619"/>
                      <a:pt x="856" y="19830"/>
                    </a:cubicBezTo>
                    <a:lnTo>
                      <a:pt x="1280" y="19675"/>
                    </a:lnTo>
                    <a:cubicBezTo>
                      <a:pt x="1206" y="19468"/>
                      <a:pt x="1133" y="19257"/>
                      <a:pt x="1067" y="19044"/>
                    </a:cubicBezTo>
                    <a:close/>
                    <a:moveTo>
                      <a:pt x="27514" y="21180"/>
                    </a:moveTo>
                    <a:cubicBezTo>
                      <a:pt x="27415" y="21377"/>
                      <a:pt x="27309" y="21575"/>
                      <a:pt x="27202" y="21768"/>
                    </a:cubicBezTo>
                    <a:lnTo>
                      <a:pt x="27595" y="21989"/>
                    </a:lnTo>
                    <a:cubicBezTo>
                      <a:pt x="27707" y="21791"/>
                      <a:pt x="27816" y="21586"/>
                      <a:pt x="27919" y="21383"/>
                    </a:cubicBezTo>
                    <a:lnTo>
                      <a:pt x="27514" y="21180"/>
                    </a:lnTo>
                    <a:close/>
                    <a:moveTo>
                      <a:pt x="2424" y="22075"/>
                    </a:moveTo>
                    <a:lnTo>
                      <a:pt x="2035" y="22307"/>
                    </a:lnTo>
                    <a:cubicBezTo>
                      <a:pt x="2153" y="22503"/>
                      <a:pt x="2275" y="22700"/>
                      <a:pt x="2401" y="22888"/>
                    </a:cubicBezTo>
                    <a:lnTo>
                      <a:pt x="2777" y="22639"/>
                    </a:lnTo>
                    <a:cubicBezTo>
                      <a:pt x="2657" y="22455"/>
                      <a:pt x="2538" y="22267"/>
                      <a:pt x="2424" y="22075"/>
                    </a:cubicBezTo>
                    <a:close/>
                    <a:moveTo>
                      <a:pt x="25688" y="23954"/>
                    </a:moveTo>
                    <a:cubicBezTo>
                      <a:pt x="25545" y="24126"/>
                      <a:pt x="25396" y="24292"/>
                      <a:pt x="25247" y="24454"/>
                    </a:cubicBezTo>
                    <a:lnTo>
                      <a:pt x="25579" y="24760"/>
                    </a:lnTo>
                    <a:lnTo>
                      <a:pt x="25581" y="24760"/>
                    </a:lnTo>
                    <a:cubicBezTo>
                      <a:pt x="25733" y="24595"/>
                      <a:pt x="25887" y="24421"/>
                      <a:pt x="26034" y="24245"/>
                    </a:cubicBezTo>
                    <a:lnTo>
                      <a:pt x="25688" y="23954"/>
                    </a:lnTo>
                    <a:close/>
                    <a:moveTo>
                      <a:pt x="4443" y="24712"/>
                    </a:moveTo>
                    <a:lnTo>
                      <a:pt x="4117" y="25026"/>
                    </a:lnTo>
                    <a:cubicBezTo>
                      <a:pt x="4276" y="25190"/>
                      <a:pt x="4441" y="25353"/>
                      <a:pt x="4606" y="25508"/>
                    </a:cubicBezTo>
                    <a:lnTo>
                      <a:pt x="4917" y="25180"/>
                    </a:lnTo>
                    <a:cubicBezTo>
                      <a:pt x="4756" y="25028"/>
                      <a:pt x="4596" y="24871"/>
                      <a:pt x="4443" y="24712"/>
                    </a:cubicBezTo>
                    <a:close/>
                    <a:moveTo>
                      <a:pt x="23273" y="26235"/>
                    </a:moveTo>
                    <a:cubicBezTo>
                      <a:pt x="23095" y="26367"/>
                      <a:pt x="22913" y="26496"/>
                      <a:pt x="22729" y="26620"/>
                    </a:cubicBezTo>
                    <a:lnTo>
                      <a:pt x="22984" y="26995"/>
                    </a:lnTo>
                    <a:cubicBezTo>
                      <a:pt x="23172" y="26868"/>
                      <a:pt x="23361" y="26734"/>
                      <a:pt x="23542" y="26597"/>
                    </a:cubicBezTo>
                    <a:lnTo>
                      <a:pt x="23273" y="26235"/>
                    </a:lnTo>
                    <a:close/>
                    <a:moveTo>
                      <a:pt x="7013" y="26815"/>
                    </a:moveTo>
                    <a:lnTo>
                      <a:pt x="6769" y="27197"/>
                    </a:lnTo>
                    <a:cubicBezTo>
                      <a:pt x="6960" y="27319"/>
                      <a:pt x="7159" y="27440"/>
                      <a:pt x="7357" y="27554"/>
                    </a:cubicBezTo>
                    <a:lnTo>
                      <a:pt x="7583" y="27162"/>
                    </a:lnTo>
                    <a:cubicBezTo>
                      <a:pt x="7390" y="27051"/>
                      <a:pt x="7200" y="26934"/>
                      <a:pt x="7013" y="26815"/>
                    </a:cubicBezTo>
                    <a:close/>
                    <a:moveTo>
                      <a:pt x="20398" y="27899"/>
                    </a:moveTo>
                    <a:cubicBezTo>
                      <a:pt x="20197" y="27985"/>
                      <a:pt x="19990" y="28069"/>
                      <a:pt x="19784" y="28148"/>
                    </a:cubicBezTo>
                    <a:lnTo>
                      <a:pt x="19944" y="28571"/>
                    </a:lnTo>
                    <a:cubicBezTo>
                      <a:pt x="20157" y="28490"/>
                      <a:pt x="20370" y="28403"/>
                      <a:pt x="20578" y="28314"/>
                    </a:cubicBezTo>
                    <a:lnTo>
                      <a:pt x="20398" y="27899"/>
                    </a:lnTo>
                    <a:close/>
                    <a:moveTo>
                      <a:pt x="10000" y="28271"/>
                    </a:moveTo>
                    <a:lnTo>
                      <a:pt x="9850" y="28697"/>
                    </a:lnTo>
                    <a:cubicBezTo>
                      <a:pt x="10065" y="28771"/>
                      <a:pt x="10284" y="28844"/>
                      <a:pt x="10504" y="28908"/>
                    </a:cubicBezTo>
                    <a:lnTo>
                      <a:pt x="10633" y="28475"/>
                    </a:lnTo>
                    <a:cubicBezTo>
                      <a:pt x="10420" y="28411"/>
                      <a:pt x="10207" y="28343"/>
                      <a:pt x="10000" y="28271"/>
                    </a:cubicBezTo>
                    <a:close/>
                    <a:moveTo>
                      <a:pt x="17220" y="28851"/>
                    </a:moveTo>
                    <a:cubicBezTo>
                      <a:pt x="16998" y="28890"/>
                      <a:pt x="16777" y="28923"/>
                      <a:pt x="16562" y="28951"/>
                    </a:cubicBezTo>
                    <a:lnTo>
                      <a:pt x="16618" y="29399"/>
                    </a:lnTo>
                    <a:cubicBezTo>
                      <a:pt x="16841" y="29371"/>
                      <a:pt x="17069" y="29336"/>
                      <a:pt x="17297" y="29297"/>
                    </a:cubicBezTo>
                    <a:lnTo>
                      <a:pt x="17220" y="28851"/>
                    </a:lnTo>
                    <a:close/>
                    <a:moveTo>
                      <a:pt x="13240" y="28993"/>
                    </a:moveTo>
                    <a:lnTo>
                      <a:pt x="13195" y="29442"/>
                    </a:lnTo>
                    <a:cubicBezTo>
                      <a:pt x="13422" y="29465"/>
                      <a:pt x="13651" y="29483"/>
                      <a:pt x="13879" y="29496"/>
                    </a:cubicBezTo>
                    <a:lnTo>
                      <a:pt x="13904" y="29045"/>
                    </a:lnTo>
                    <a:cubicBezTo>
                      <a:pt x="13684" y="29032"/>
                      <a:pt x="13461" y="29016"/>
                      <a:pt x="13240" y="289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27"/>
            <p:cNvGrpSpPr/>
            <p:nvPr/>
          </p:nvGrpSpPr>
          <p:grpSpPr>
            <a:xfrm flipH="1">
              <a:off x="-399931" y="3675123"/>
              <a:ext cx="802800" cy="802800"/>
              <a:chOff x="5949025" y="3502375"/>
              <a:chExt cx="358425" cy="358425"/>
            </a:xfrm>
          </p:grpSpPr>
          <p:sp>
            <p:nvSpPr>
              <p:cNvPr id="225" name="Google Shape;225;p27"/>
              <p:cNvSpPr/>
              <p:nvPr/>
            </p:nvSpPr>
            <p:spPr>
              <a:xfrm>
                <a:off x="5949025" y="3502375"/>
                <a:ext cx="358425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7" h="14337" extrusionOk="0">
                    <a:moveTo>
                      <a:pt x="7069" y="0"/>
                    </a:moveTo>
                    <a:lnTo>
                      <a:pt x="7092" y="1693"/>
                    </a:lnTo>
                    <a:lnTo>
                      <a:pt x="7168" y="1693"/>
                    </a:lnTo>
                    <a:cubicBezTo>
                      <a:pt x="10188" y="1693"/>
                      <a:pt x="12643" y="4148"/>
                      <a:pt x="12643" y="7168"/>
                    </a:cubicBezTo>
                    <a:cubicBezTo>
                      <a:pt x="12643" y="10187"/>
                      <a:pt x="10188" y="12643"/>
                      <a:pt x="7168" y="12643"/>
                    </a:cubicBezTo>
                    <a:cubicBezTo>
                      <a:pt x="4150" y="12643"/>
                      <a:pt x="1694" y="10187"/>
                      <a:pt x="1694" y="7168"/>
                    </a:cubicBezTo>
                    <a:cubicBezTo>
                      <a:pt x="1694" y="7142"/>
                      <a:pt x="1694" y="7117"/>
                      <a:pt x="1694" y="7092"/>
                    </a:cubicBezTo>
                    <a:lnTo>
                      <a:pt x="2" y="7069"/>
                    </a:lnTo>
                    <a:cubicBezTo>
                      <a:pt x="2" y="7102"/>
                      <a:pt x="0" y="7135"/>
                      <a:pt x="0" y="7168"/>
                    </a:cubicBezTo>
                    <a:cubicBezTo>
                      <a:pt x="0" y="11120"/>
                      <a:pt x="3217" y="14337"/>
                      <a:pt x="7168" y="14337"/>
                    </a:cubicBezTo>
                    <a:cubicBezTo>
                      <a:pt x="11122" y="14337"/>
                      <a:pt x="14337" y="11120"/>
                      <a:pt x="14337" y="7168"/>
                    </a:cubicBezTo>
                    <a:cubicBezTo>
                      <a:pt x="14337" y="3215"/>
                      <a:pt x="11122" y="0"/>
                      <a:pt x="7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7"/>
              <p:cNvSpPr/>
              <p:nvPr/>
            </p:nvSpPr>
            <p:spPr>
              <a:xfrm>
                <a:off x="6051450" y="3517475"/>
                <a:ext cx="2175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615" extrusionOk="0">
                    <a:moveTo>
                      <a:pt x="185" y="1"/>
                    </a:moveTo>
                    <a:cubicBezTo>
                      <a:pt x="124" y="29"/>
                      <a:pt x="61" y="57"/>
                      <a:pt x="0" y="85"/>
                    </a:cubicBezTo>
                    <a:lnTo>
                      <a:pt x="726" y="1615"/>
                    </a:lnTo>
                    <a:cubicBezTo>
                      <a:pt x="773" y="1593"/>
                      <a:pt x="821" y="1570"/>
                      <a:pt x="869" y="1550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7"/>
              <p:cNvSpPr/>
              <p:nvPr/>
            </p:nvSpPr>
            <p:spPr>
              <a:xfrm>
                <a:off x="6029175" y="3529425"/>
                <a:ext cx="2675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522" extrusionOk="0">
                    <a:moveTo>
                      <a:pt x="173" y="0"/>
                    </a:moveTo>
                    <a:cubicBezTo>
                      <a:pt x="115" y="36"/>
                      <a:pt x="59" y="73"/>
                      <a:pt x="1" y="111"/>
                    </a:cubicBezTo>
                    <a:lnTo>
                      <a:pt x="938" y="1522"/>
                    </a:lnTo>
                    <a:cubicBezTo>
                      <a:pt x="980" y="1492"/>
                      <a:pt x="1025" y="1464"/>
                      <a:pt x="1070" y="1437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6075275" y="3508900"/>
                <a:ext cx="163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676" extrusionOk="0">
                    <a:moveTo>
                      <a:pt x="199" y="0"/>
                    </a:moveTo>
                    <a:cubicBezTo>
                      <a:pt x="133" y="18"/>
                      <a:pt x="67" y="36"/>
                      <a:pt x="1" y="58"/>
                    </a:cubicBezTo>
                    <a:lnTo>
                      <a:pt x="501" y="1675"/>
                    </a:lnTo>
                    <a:cubicBezTo>
                      <a:pt x="551" y="1659"/>
                      <a:pt x="600" y="1644"/>
                      <a:pt x="651" y="163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6100225" y="3503800"/>
                <a:ext cx="10475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3" extrusionOk="0">
                    <a:moveTo>
                      <a:pt x="204" y="1"/>
                    </a:moveTo>
                    <a:cubicBezTo>
                      <a:pt x="136" y="11"/>
                      <a:pt x="68" y="21"/>
                      <a:pt x="0" y="31"/>
                    </a:cubicBezTo>
                    <a:lnTo>
                      <a:pt x="263" y="1702"/>
                    </a:lnTo>
                    <a:cubicBezTo>
                      <a:pt x="314" y="1694"/>
                      <a:pt x="367" y="1688"/>
                      <a:pt x="418" y="1681"/>
                    </a:cubicBezTo>
                    <a:lnTo>
                      <a:pt x="2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6008950" y="3544450"/>
                <a:ext cx="31150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399" extrusionOk="0">
                    <a:moveTo>
                      <a:pt x="156" y="0"/>
                    </a:moveTo>
                    <a:cubicBezTo>
                      <a:pt x="103" y="45"/>
                      <a:pt x="52" y="90"/>
                      <a:pt x="0" y="134"/>
                    </a:cubicBezTo>
                    <a:lnTo>
                      <a:pt x="1129" y="1398"/>
                    </a:lnTo>
                    <a:cubicBezTo>
                      <a:pt x="1167" y="1363"/>
                      <a:pt x="1206" y="1329"/>
                      <a:pt x="1246" y="1296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7"/>
              <p:cNvSpPr/>
              <p:nvPr/>
            </p:nvSpPr>
            <p:spPr>
              <a:xfrm>
                <a:off x="5955500" y="3628675"/>
                <a:ext cx="4195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8" h="650" extrusionOk="0">
                    <a:moveTo>
                      <a:pt x="58" y="0"/>
                    </a:moveTo>
                    <a:cubicBezTo>
                      <a:pt x="38" y="66"/>
                      <a:pt x="20" y="131"/>
                      <a:pt x="0" y="197"/>
                    </a:cubicBezTo>
                    <a:lnTo>
                      <a:pt x="1633" y="649"/>
                    </a:lnTo>
                    <a:cubicBezTo>
                      <a:pt x="1646" y="600"/>
                      <a:pt x="1661" y="549"/>
                      <a:pt x="1676" y="499"/>
                    </a:cubicBezTo>
                    <a:lnTo>
                      <a:pt x="1677" y="49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7"/>
              <p:cNvSpPr/>
              <p:nvPr/>
            </p:nvSpPr>
            <p:spPr>
              <a:xfrm>
                <a:off x="5950450" y="3653600"/>
                <a:ext cx="425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419" extrusionOk="0">
                    <a:moveTo>
                      <a:pt x="31" y="1"/>
                    </a:moveTo>
                    <a:cubicBezTo>
                      <a:pt x="19" y="69"/>
                      <a:pt x="11" y="136"/>
                      <a:pt x="1" y="204"/>
                    </a:cubicBezTo>
                    <a:lnTo>
                      <a:pt x="1681" y="419"/>
                    </a:lnTo>
                    <a:cubicBezTo>
                      <a:pt x="1688" y="366"/>
                      <a:pt x="1694" y="315"/>
                      <a:pt x="1703" y="264"/>
                    </a:cubicBez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5991150" y="3562300"/>
                <a:ext cx="349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6" extrusionOk="0">
                    <a:moveTo>
                      <a:pt x="134" y="0"/>
                    </a:moveTo>
                    <a:cubicBezTo>
                      <a:pt x="89" y="50"/>
                      <a:pt x="45" y="103"/>
                      <a:pt x="0" y="154"/>
                    </a:cubicBezTo>
                    <a:lnTo>
                      <a:pt x="1295" y="1246"/>
                    </a:lnTo>
                    <a:cubicBezTo>
                      <a:pt x="1329" y="1205"/>
                      <a:pt x="1363" y="1165"/>
                      <a:pt x="1398" y="1127"/>
                    </a:cubicBez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7"/>
              <p:cNvSpPr/>
              <p:nvPr/>
            </p:nvSpPr>
            <p:spPr>
              <a:xfrm>
                <a:off x="5976100" y="3582500"/>
                <a:ext cx="3802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69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1"/>
                      <a:pt x="1521" y="938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7"/>
              <p:cNvSpPr/>
              <p:nvPr/>
            </p:nvSpPr>
            <p:spPr>
              <a:xfrm>
                <a:off x="5964125" y="3604800"/>
                <a:ext cx="403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70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0" y="869"/>
                    </a:lnTo>
                    <a:cubicBezTo>
                      <a:pt x="1570" y="821"/>
                      <a:pt x="1593" y="773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6" name="Google Shape;236;p27"/>
            <p:cNvSpPr/>
            <p:nvPr/>
          </p:nvSpPr>
          <p:spPr>
            <a:xfrm flipH="1">
              <a:off x="-66620" y="4008422"/>
              <a:ext cx="136200" cy="136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 flipH="1">
              <a:off x="1192968" y="5070496"/>
              <a:ext cx="96300" cy="96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8" name="Google Shape;238;p27"/>
            <p:cNvCxnSpPr>
              <a:stCxn id="237" idx="7"/>
              <a:endCxn id="236" idx="3"/>
            </p:cNvCxnSpPr>
            <p:nvPr/>
          </p:nvCxnSpPr>
          <p:spPr>
            <a:xfrm rot="10800000">
              <a:off x="49671" y="4124555"/>
              <a:ext cx="1157400" cy="96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7"/>
            <p:cNvCxnSpPr>
              <a:stCxn id="236" idx="4"/>
            </p:cNvCxnSpPr>
            <p:nvPr/>
          </p:nvCxnSpPr>
          <p:spPr>
            <a:xfrm flipH="1">
              <a:off x="-478220" y="4144622"/>
              <a:ext cx="479700" cy="197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7"/>
            <p:cNvCxnSpPr>
              <a:stCxn id="237" idx="4"/>
            </p:cNvCxnSpPr>
            <p:nvPr/>
          </p:nvCxnSpPr>
          <p:spPr>
            <a:xfrm flipH="1">
              <a:off x="999318" y="5166496"/>
              <a:ext cx="241800" cy="91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7"/>
            <p:cNvCxnSpPr>
              <a:stCxn id="236" idx="6"/>
            </p:cNvCxnSpPr>
            <p:nvPr/>
          </p:nvCxnSpPr>
          <p:spPr>
            <a:xfrm rot="10800000">
              <a:off x="-822020" y="4076522"/>
              <a:ext cx="755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84200"/>
            <a:ext cx="7713900" cy="3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66" r:id="rId3"/>
    <p:sldLayoutId id="2147483672" r:id="rId4"/>
    <p:sldLayoutId id="214748367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8" name="Google Shape;1148;p55"/>
          <p:cNvGrpSpPr/>
          <p:nvPr/>
        </p:nvGrpSpPr>
        <p:grpSpPr>
          <a:xfrm>
            <a:off x="6684971" y="-644076"/>
            <a:ext cx="2639795" cy="1853191"/>
            <a:chOff x="6684971" y="-644076"/>
            <a:chExt cx="2639795" cy="1853191"/>
          </a:xfrm>
        </p:grpSpPr>
        <p:grpSp>
          <p:nvGrpSpPr>
            <p:cNvPr id="1149" name="Google Shape;1149;p55"/>
            <p:cNvGrpSpPr/>
            <p:nvPr/>
          </p:nvGrpSpPr>
          <p:grpSpPr>
            <a:xfrm>
              <a:off x="8521968" y="406316"/>
              <a:ext cx="802799" cy="802799"/>
              <a:chOff x="353675" y="3417700"/>
              <a:chExt cx="527775" cy="527775"/>
            </a:xfrm>
          </p:grpSpPr>
          <p:sp>
            <p:nvSpPr>
              <p:cNvPr id="1150" name="Google Shape;1150;p55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5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5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5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5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5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5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5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5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5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5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5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55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55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55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5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5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5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5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55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55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5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5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5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5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55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55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55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55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55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55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55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55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55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55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55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55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55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55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55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55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55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55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55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55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55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55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7" name="Google Shape;1197;p55"/>
            <p:cNvSpPr/>
            <p:nvPr/>
          </p:nvSpPr>
          <p:spPr>
            <a:xfrm>
              <a:off x="8855269" y="739802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5"/>
            <p:cNvSpPr/>
            <p:nvPr/>
          </p:nvSpPr>
          <p:spPr>
            <a:xfrm>
              <a:off x="7398500" y="69603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9" name="Google Shape;1199;p55"/>
            <p:cNvGrpSpPr/>
            <p:nvPr/>
          </p:nvGrpSpPr>
          <p:grpSpPr>
            <a:xfrm>
              <a:off x="6684971" y="-644076"/>
              <a:ext cx="1511958" cy="1511958"/>
              <a:chOff x="4529425" y="1609825"/>
              <a:chExt cx="913625" cy="913625"/>
            </a:xfrm>
          </p:grpSpPr>
          <p:sp>
            <p:nvSpPr>
              <p:cNvPr id="1200" name="Google Shape;1200;p55"/>
              <p:cNvSpPr/>
              <p:nvPr/>
            </p:nvSpPr>
            <p:spPr>
              <a:xfrm>
                <a:off x="4529425" y="1609825"/>
                <a:ext cx="913625" cy="913625"/>
              </a:xfrm>
              <a:custGeom>
                <a:avLst/>
                <a:gdLst/>
                <a:ahLst/>
                <a:cxnLst/>
                <a:rect l="l" t="t" r="r" b="b"/>
                <a:pathLst>
                  <a:path w="36545" h="36545" extrusionOk="0">
                    <a:moveTo>
                      <a:pt x="18246" y="1"/>
                    </a:moveTo>
                    <a:lnTo>
                      <a:pt x="18246" y="377"/>
                    </a:lnTo>
                    <a:lnTo>
                      <a:pt x="18273" y="377"/>
                    </a:lnTo>
                    <a:cubicBezTo>
                      <a:pt x="18451" y="377"/>
                      <a:pt x="18629" y="381"/>
                      <a:pt x="18808" y="386"/>
                    </a:cubicBezTo>
                    <a:lnTo>
                      <a:pt x="18819" y="7"/>
                    </a:lnTo>
                    <a:cubicBezTo>
                      <a:pt x="18638" y="2"/>
                      <a:pt x="18456" y="1"/>
                      <a:pt x="18273" y="1"/>
                    </a:cubicBezTo>
                    <a:close/>
                    <a:moveTo>
                      <a:pt x="15956" y="146"/>
                    </a:moveTo>
                    <a:cubicBezTo>
                      <a:pt x="15766" y="169"/>
                      <a:pt x="15576" y="197"/>
                      <a:pt x="15388" y="227"/>
                    </a:cubicBezTo>
                    <a:lnTo>
                      <a:pt x="15447" y="600"/>
                    </a:lnTo>
                    <a:lnTo>
                      <a:pt x="15447" y="599"/>
                    </a:lnTo>
                    <a:cubicBezTo>
                      <a:pt x="15633" y="571"/>
                      <a:pt x="15818" y="544"/>
                      <a:pt x="16004" y="519"/>
                    </a:cubicBezTo>
                    <a:lnTo>
                      <a:pt x="15956" y="146"/>
                    </a:lnTo>
                    <a:close/>
                    <a:moveTo>
                      <a:pt x="21103" y="219"/>
                    </a:moveTo>
                    <a:lnTo>
                      <a:pt x="21045" y="592"/>
                    </a:lnTo>
                    <a:cubicBezTo>
                      <a:pt x="21231" y="620"/>
                      <a:pt x="21414" y="651"/>
                      <a:pt x="21598" y="686"/>
                    </a:cubicBezTo>
                    <a:lnTo>
                      <a:pt x="21598" y="686"/>
                    </a:lnTo>
                    <a:lnTo>
                      <a:pt x="21669" y="316"/>
                    </a:lnTo>
                    <a:cubicBezTo>
                      <a:pt x="21481" y="280"/>
                      <a:pt x="21293" y="248"/>
                      <a:pt x="21103" y="219"/>
                    </a:cubicBezTo>
                    <a:close/>
                    <a:moveTo>
                      <a:pt x="21598" y="686"/>
                    </a:moveTo>
                    <a:lnTo>
                      <a:pt x="21598" y="686"/>
                    </a:lnTo>
                    <a:lnTo>
                      <a:pt x="21600" y="686"/>
                    </a:lnTo>
                    <a:cubicBezTo>
                      <a:pt x="21599" y="686"/>
                      <a:pt x="21599" y="686"/>
                      <a:pt x="21598" y="686"/>
                    </a:cubicBezTo>
                    <a:close/>
                    <a:moveTo>
                      <a:pt x="13149" y="727"/>
                    </a:moveTo>
                    <a:cubicBezTo>
                      <a:pt x="12966" y="782"/>
                      <a:pt x="12783" y="838"/>
                      <a:pt x="12601" y="898"/>
                    </a:cubicBezTo>
                    <a:lnTo>
                      <a:pt x="12718" y="1256"/>
                    </a:lnTo>
                    <a:cubicBezTo>
                      <a:pt x="12897" y="1198"/>
                      <a:pt x="13075" y="1144"/>
                      <a:pt x="13255" y="1091"/>
                    </a:cubicBezTo>
                    <a:lnTo>
                      <a:pt x="13149" y="727"/>
                    </a:lnTo>
                    <a:close/>
                    <a:moveTo>
                      <a:pt x="23893" y="881"/>
                    </a:moveTo>
                    <a:lnTo>
                      <a:pt x="23776" y="1240"/>
                    </a:lnTo>
                    <a:cubicBezTo>
                      <a:pt x="23956" y="1297"/>
                      <a:pt x="24132" y="1359"/>
                      <a:pt x="24309" y="1421"/>
                    </a:cubicBezTo>
                    <a:lnTo>
                      <a:pt x="24309" y="1423"/>
                    </a:lnTo>
                    <a:lnTo>
                      <a:pt x="24438" y="1066"/>
                    </a:lnTo>
                    <a:cubicBezTo>
                      <a:pt x="24256" y="1002"/>
                      <a:pt x="24075" y="941"/>
                      <a:pt x="23893" y="881"/>
                    </a:cubicBezTo>
                    <a:close/>
                    <a:moveTo>
                      <a:pt x="10470" y="1745"/>
                    </a:moveTo>
                    <a:cubicBezTo>
                      <a:pt x="10296" y="1828"/>
                      <a:pt x="10124" y="1912"/>
                      <a:pt x="9956" y="1998"/>
                    </a:cubicBezTo>
                    <a:lnTo>
                      <a:pt x="10128" y="2335"/>
                    </a:lnTo>
                    <a:cubicBezTo>
                      <a:pt x="10295" y="2249"/>
                      <a:pt x="10462" y="2166"/>
                      <a:pt x="10632" y="2087"/>
                    </a:cubicBezTo>
                    <a:lnTo>
                      <a:pt x="10470" y="1745"/>
                    </a:lnTo>
                    <a:close/>
                    <a:moveTo>
                      <a:pt x="26544" y="1976"/>
                    </a:moveTo>
                    <a:lnTo>
                      <a:pt x="26373" y="2312"/>
                    </a:lnTo>
                    <a:cubicBezTo>
                      <a:pt x="26541" y="2398"/>
                      <a:pt x="26706" y="2485"/>
                      <a:pt x="26872" y="2576"/>
                    </a:cubicBezTo>
                    <a:lnTo>
                      <a:pt x="27053" y="2244"/>
                    </a:lnTo>
                    <a:cubicBezTo>
                      <a:pt x="26885" y="2153"/>
                      <a:pt x="26716" y="2062"/>
                      <a:pt x="26544" y="1976"/>
                    </a:cubicBezTo>
                    <a:close/>
                    <a:moveTo>
                      <a:pt x="7985" y="3169"/>
                    </a:moveTo>
                    <a:cubicBezTo>
                      <a:pt x="7826" y="3278"/>
                      <a:pt x="7669" y="3387"/>
                      <a:pt x="7516" y="3500"/>
                    </a:cubicBezTo>
                    <a:lnTo>
                      <a:pt x="7739" y="3805"/>
                    </a:lnTo>
                    <a:cubicBezTo>
                      <a:pt x="7889" y="3695"/>
                      <a:pt x="8043" y="3587"/>
                      <a:pt x="8197" y="3481"/>
                    </a:cubicBezTo>
                    <a:lnTo>
                      <a:pt x="7985" y="3169"/>
                    </a:lnTo>
                    <a:close/>
                    <a:moveTo>
                      <a:pt x="28991" y="3473"/>
                    </a:moveTo>
                    <a:lnTo>
                      <a:pt x="28770" y="3779"/>
                    </a:lnTo>
                    <a:cubicBezTo>
                      <a:pt x="28922" y="3890"/>
                      <a:pt x="29072" y="4002"/>
                      <a:pt x="29219" y="4116"/>
                    </a:cubicBezTo>
                    <a:lnTo>
                      <a:pt x="29450" y="3819"/>
                    </a:lnTo>
                    <a:cubicBezTo>
                      <a:pt x="29300" y="3701"/>
                      <a:pt x="29147" y="3586"/>
                      <a:pt x="28991" y="3473"/>
                    </a:cubicBezTo>
                    <a:close/>
                    <a:moveTo>
                      <a:pt x="5751" y="4965"/>
                    </a:moveTo>
                    <a:cubicBezTo>
                      <a:pt x="5611" y="5096"/>
                      <a:pt x="5474" y="5229"/>
                      <a:pt x="5340" y="5365"/>
                    </a:cubicBezTo>
                    <a:lnTo>
                      <a:pt x="5607" y="5632"/>
                    </a:lnTo>
                    <a:lnTo>
                      <a:pt x="5607" y="5632"/>
                    </a:lnTo>
                    <a:cubicBezTo>
                      <a:pt x="5740" y="5498"/>
                      <a:pt x="5874" y="5368"/>
                      <a:pt x="6009" y="5239"/>
                    </a:cubicBezTo>
                    <a:lnTo>
                      <a:pt x="5751" y="4965"/>
                    </a:lnTo>
                    <a:close/>
                    <a:moveTo>
                      <a:pt x="5607" y="5632"/>
                    </a:moveTo>
                    <a:lnTo>
                      <a:pt x="5607" y="5632"/>
                    </a:lnTo>
                    <a:cubicBezTo>
                      <a:pt x="5607" y="5632"/>
                      <a:pt x="5606" y="5632"/>
                      <a:pt x="5606" y="5633"/>
                    </a:cubicBezTo>
                    <a:lnTo>
                      <a:pt x="5608" y="5633"/>
                    </a:lnTo>
                    <a:lnTo>
                      <a:pt x="5607" y="5632"/>
                    </a:lnTo>
                    <a:close/>
                    <a:moveTo>
                      <a:pt x="31174" y="5333"/>
                    </a:moveTo>
                    <a:lnTo>
                      <a:pt x="30908" y="5601"/>
                    </a:lnTo>
                    <a:cubicBezTo>
                      <a:pt x="31040" y="5733"/>
                      <a:pt x="31170" y="5867"/>
                      <a:pt x="31299" y="6003"/>
                    </a:cubicBezTo>
                    <a:lnTo>
                      <a:pt x="31573" y="5745"/>
                    </a:lnTo>
                    <a:cubicBezTo>
                      <a:pt x="31443" y="5604"/>
                      <a:pt x="31309" y="5467"/>
                      <a:pt x="31174" y="5333"/>
                    </a:cubicBezTo>
                    <a:close/>
                    <a:moveTo>
                      <a:pt x="3823" y="7086"/>
                    </a:moveTo>
                    <a:cubicBezTo>
                      <a:pt x="3706" y="7238"/>
                      <a:pt x="3591" y="7390"/>
                      <a:pt x="3478" y="7546"/>
                    </a:cubicBezTo>
                    <a:lnTo>
                      <a:pt x="3784" y="7769"/>
                    </a:lnTo>
                    <a:cubicBezTo>
                      <a:pt x="3895" y="7617"/>
                      <a:pt x="4007" y="7466"/>
                      <a:pt x="4122" y="7318"/>
                    </a:cubicBezTo>
                    <a:lnTo>
                      <a:pt x="3823" y="7086"/>
                    </a:lnTo>
                    <a:close/>
                    <a:moveTo>
                      <a:pt x="33039" y="7509"/>
                    </a:moveTo>
                    <a:lnTo>
                      <a:pt x="32735" y="7732"/>
                    </a:lnTo>
                    <a:cubicBezTo>
                      <a:pt x="32844" y="7883"/>
                      <a:pt x="32953" y="8035"/>
                      <a:pt x="33059" y="8190"/>
                    </a:cubicBezTo>
                    <a:lnTo>
                      <a:pt x="33369" y="7977"/>
                    </a:lnTo>
                    <a:cubicBezTo>
                      <a:pt x="33262" y="7820"/>
                      <a:pt x="33153" y="7663"/>
                      <a:pt x="33039" y="7509"/>
                    </a:cubicBezTo>
                    <a:close/>
                    <a:moveTo>
                      <a:pt x="2249" y="9483"/>
                    </a:moveTo>
                    <a:cubicBezTo>
                      <a:pt x="2157" y="9652"/>
                      <a:pt x="2067" y="9821"/>
                      <a:pt x="1980" y="9992"/>
                    </a:cubicBezTo>
                    <a:lnTo>
                      <a:pt x="2317" y="10162"/>
                    </a:lnTo>
                    <a:cubicBezTo>
                      <a:pt x="2403" y="9996"/>
                      <a:pt x="2490" y="9830"/>
                      <a:pt x="2581" y="9665"/>
                    </a:cubicBezTo>
                    <a:lnTo>
                      <a:pt x="2249" y="9483"/>
                    </a:lnTo>
                    <a:close/>
                    <a:moveTo>
                      <a:pt x="34542" y="9948"/>
                    </a:moveTo>
                    <a:lnTo>
                      <a:pt x="34205" y="10120"/>
                    </a:lnTo>
                    <a:cubicBezTo>
                      <a:pt x="34291" y="10286"/>
                      <a:pt x="34374" y="10453"/>
                      <a:pt x="34453" y="10623"/>
                    </a:cubicBezTo>
                    <a:lnTo>
                      <a:pt x="34795" y="10462"/>
                    </a:lnTo>
                    <a:cubicBezTo>
                      <a:pt x="34714" y="10288"/>
                      <a:pt x="34630" y="10118"/>
                      <a:pt x="34542" y="9948"/>
                    </a:cubicBezTo>
                    <a:close/>
                    <a:moveTo>
                      <a:pt x="1069" y="12099"/>
                    </a:moveTo>
                    <a:cubicBezTo>
                      <a:pt x="1005" y="12279"/>
                      <a:pt x="942" y="12461"/>
                      <a:pt x="884" y="12644"/>
                    </a:cubicBezTo>
                    <a:lnTo>
                      <a:pt x="1243" y="12760"/>
                    </a:lnTo>
                    <a:cubicBezTo>
                      <a:pt x="1301" y="12581"/>
                      <a:pt x="1362" y="12403"/>
                      <a:pt x="1425" y="12226"/>
                    </a:cubicBezTo>
                    <a:lnTo>
                      <a:pt x="1069" y="12099"/>
                    </a:lnTo>
                    <a:close/>
                    <a:moveTo>
                      <a:pt x="35644" y="12593"/>
                    </a:moveTo>
                    <a:lnTo>
                      <a:pt x="35286" y="12710"/>
                    </a:lnTo>
                    <a:cubicBezTo>
                      <a:pt x="35343" y="12887"/>
                      <a:pt x="35398" y="13067"/>
                      <a:pt x="35451" y="13247"/>
                    </a:cubicBezTo>
                    <a:lnTo>
                      <a:pt x="35814" y="13141"/>
                    </a:lnTo>
                    <a:cubicBezTo>
                      <a:pt x="35760" y="12956"/>
                      <a:pt x="35704" y="12774"/>
                      <a:pt x="35644" y="12593"/>
                    </a:cubicBezTo>
                    <a:close/>
                    <a:moveTo>
                      <a:pt x="318" y="14868"/>
                    </a:moveTo>
                    <a:cubicBezTo>
                      <a:pt x="281" y="15054"/>
                      <a:pt x="248" y="15243"/>
                      <a:pt x="220" y="15433"/>
                    </a:cubicBezTo>
                    <a:lnTo>
                      <a:pt x="594" y="15490"/>
                    </a:lnTo>
                    <a:cubicBezTo>
                      <a:pt x="622" y="15305"/>
                      <a:pt x="653" y="15120"/>
                      <a:pt x="688" y="14937"/>
                    </a:cubicBezTo>
                    <a:lnTo>
                      <a:pt x="318" y="14868"/>
                    </a:lnTo>
                    <a:close/>
                    <a:moveTo>
                      <a:pt x="36317" y="15380"/>
                    </a:moveTo>
                    <a:lnTo>
                      <a:pt x="35943" y="15439"/>
                    </a:lnTo>
                    <a:cubicBezTo>
                      <a:pt x="35973" y="15623"/>
                      <a:pt x="35999" y="15809"/>
                      <a:pt x="36022" y="15994"/>
                    </a:cubicBezTo>
                    <a:lnTo>
                      <a:pt x="36397" y="15946"/>
                    </a:lnTo>
                    <a:cubicBezTo>
                      <a:pt x="36374" y="15756"/>
                      <a:pt x="36346" y="15568"/>
                      <a:pt x="36317" y="15380"/>
                    </a:cubicBezTo>
                    <a:close/>
                    <a:moveTo>
                      <a:pt x="9" y="17716"/>
                    </a:moveTo>
                    <a:cubicBezTo>
                      <a:pt x="2" y="17901"/>
                      <a:pt x="1" y="18086"/>
                      <a:pt x="1" y="18273"/>
                    </a:cubicBezTo>
                    <a:lnTo>
                      <a:pt x="1" y="18291"/>
                    </a:lnTo>
                    <a:lnTo>
                      <a:pt x="379" y="18273"/>
                    </a:lnTo>
                    <a:cubicBezTo>
                      <a:pt x="379" y="18091"/>
                      <a:pt x="381" y="17909"/>
                      <a:pt x="385" y="17727"/>
                    </a:cubicBezTo>
                    <a:lnTo>
                      <a:pt x="9" y="17716"/>
                    </a:lnTo>
                    <a:close/>
                    <a:moveTo>
                      <a:pt x="36166" y="18236"/>
                    </a:moveTo>
                    <a:lnTo>
                      <a:pt x="36166" y="18273"/>
                    </a:lnTo>
                    <a:cubicBezTo>
                      <a:pt x="36166" y="18461"/>
                      <a:pt x="36163" y="18648"/>
                      <a:pt x="36158" y="18834"/>
                    </a:cubicBezTo>
                    <a:lnTo>
                      <a:pt x="36536" y="18846"/>
                    </a:lnTo>
                    <a:cubicBezTo>
                      <a:pt x="36541" y="18656"/>
                      <a:pt x="36545" y="18464"/>
                      <a:pt x="36545" y="18271"/>
                    </a:cubicBezTo>
                    <a:lnTo>
                      <a:pt x="36545" y="18236"/>
                    </a:lnTo>
                    <a:close/>
                    <a:moveTo>
                      <a:pt x="519" y="20533"/>
                    </a:moveTo>
                    <a:lnTo>
                      <a:pt x="144" y="20579"/>
                    </a:lnTo>
                    <a:cubicBezTo>
                      <a:pt x="169" y="20770"/>
                      <a:pt x="195" y="20959"/>
                      <a:pt x="225" y="21147"/>
                    </a:cubicBezTo>
                    <a:lnTo>
                      <a:pt x="599" y="21089"/>
                    </a:lnTo>
                    <a:cubicBezTo>
                      <a:pt x="569" y="20904"/>
                      <a:pt x="542" y="20718"/>
                      <a:pt x="519" y="20533"/>
                    </a:cubicBezTo>
                    <a:close/>
                    <a:moveTo>
                      <a:pt x="35950" y="21071"/>
                    </a:moveTo>
                    <a:cubicBezTo>
                      <a:pt x="35920" y="21256"/>
                      <a:pt x="35889" y="21441"/>
                      <a:pt x="35852" y="21625"/>
                    </a:cubicBezTo>
                    <a:lnTo>
                      <a:pt x="36224" y="21696"/>
                    </a:lnTo>
                    <a:cubicBezTo>
                      <a:pt x="36260" y="21507"/>
                      <a:pt x="36292" y="21319"/>
                      <a:pt x="36321" y="21129"/>
                    </a:cubicBezTo>
                    <a:lnTo>
                      <a:pt x="35950" y="21071"/>
                    </a:lnTo>
                    <a:close/>
                    <a:moveTo>
                      <a:pt x="1089" y="23282"/>
                    </a:moveTo>
                    <a:lnTo>
                      <a:pt x="726" y="23386"/>
                    </a:lnTo>
                    <a:cubicBezTo>
                      <a:pt x="779" y="23571"/>
                      <a:pt x="837" y="23754"/>
                      <a:pt x="894" y="23934"/>
                    </a:cubicBezTo>
                    <a:lnTo>
                      <a:pt x="1254" y="23819"/>
                    </a:lnTo>
                    <a:cubicBezTo>
                      <a:pt x="1197" y="23640"/>
                      <a:pt x="1140" y="23462"/>
                      <a:pt x="1089" y="23282"/>
                    </a:cubicBezTo>
                    <a:close/>
                    <a:moveTo>
                      <a:pt x="35296" y="23800"/>
                    </a:moveTo>
                    <a:cubicBezTo>
                      <a:pt x="35238" y="23980"/>
                      <a:pt x="35177" y="24159"/>
                      <a:pt x="35114" y="24336"/>
                    </a:cubicBezTo>
                    <a:lnTo>
                      <a:pt x="35469" y="24463"/>
                    </a:lnTo>
                    <a:cubicBezTo>
                      <a:pt x="35533" y="24283"/>
                      <a:pt x="35596" y="24101"/>
                      <a:pt x="35656" y="23918"/>
                    </a:cubicBezTo>
                    <a:lnTo>
                      <a:pt x="35296" y="23800"/>
                    </a:lnTo>
                    <a:close/>
                    <a:moveTo>
                      <a:pt x="2084" y="25905"/>
                    </a:moveTo>
                    <a:lnTo>
                      <a:pt x="1742" y="26067"/>
                    </a:lnTo>
                    <a:cubicBezTo>
                      <a:pt x="1823" y="26241"/>
                      <a:pt x="1907" y="26411"/>
                      <a:pt x="1995" y="26581"/>
                    </a:cubicBezTo>
                    <a:lnTo>
                      <a:pt x="2332" y="26409"/>
                    </a:lnTo>
                    <a:cubicBezTo>
                      <a:pt x="2246" y="26242"/>
                      <a:pt x="2163" y="26075"/>
                      <a:pt x="2084" y="25905"/>
                    </a:cubicBezTo>
                    <a:close/>
                    <a:moveTo>
                      <a:pt x="34220" y="26397"/>
                    </a:moveTo>
                    <a:cubicBezTo>
                      <a:pt x="34134" y="26564"/>
                      <a:pt x="34047" y="26730"/>
                      <a:pt x="33956" y="26895"/>
                    </a:cubicBezTo>
                    <a:lnTo>
                      <a:pt x="34288" y="27076"/>
                    </a:lnTo>
                    <a:cubicBezTo>
                      <a:pt x="34380" y="26910"/>
                      <a:pt x="34470" y="26739"/>
                      <a:pt x="34557" y="26569"/>
                    </a:cubicBezTo>
                    <a:lnTo>
                      <a:pt x="34220" y="26397"/>
                    </a:lnTo>
                    <a:close/>
                    <a:moveTo>
                      <a:pt x="3477" y="28340"/>
                    </a:moveTo>
                    <a:lnTo>
                      <a:pt x="3164" y="28553"/>
                    </a:lnTo>
                    <a:cubicBezTo>
                      <a:pt x="3272" y="28710"/>
                      <a:pt x="3382" y="28867"/>
                      <a:pt x="3495" y="29021"/>
                    </a:cubicBezTo>
                    <a:lnTo>
                      <a:pt x="3800" y="28800"/>
                    </a:lnTo>
                    <a:cubicBezTo>
                      <a:pt x="3690" y="28648"/>
                      <a:pt x="3582" y="28494"/>
                      <a:pt x="3477" y="28340"/>
                    </a:cubicBezTo>
                    <a:close/>
                    <a:moveTo>
                      <a:pt x="32750" y="28791"/>
                    </a:moveTo>
                    <a:cubicBezTo>
                      <a:pt x="32639" y="28943"/>
                      <a:pt x="32527" y="29092"/>
                      <a:pt x="32413" y="29241"/>
                    </a:cubicBezTo>
                    <a:lnTo>
                      <a:pt x="32710" y="29472"/>
                    </a:lnTo>
                    <a:cubicBezTo>
                      <a:pt x="32827" y="29322"/>
                      <a:pt x="32943" y="29168"/>
                      <a:pt x="33055" y="29013"/>
                    </a:cubicBezTo>
                    <a:lnTo>
                      <a:pt x="32750" y="28791"/>
                    </a:lnTo>
                    <a:close/>
                    <a:moveTo>
                      <a:pt x="5234" y="30528"/>
                    </a:moveTo>
                    <a:lnTo>
                      <a:pt x="4958" y="30787"/>
                    </a:lnTo>
                    <a:cubicBezTo>
                      <a:pt x="5091" y="30926"/>
                      <a:pt x="5223" y="31065"/>
                      <a:pt x="5358" y="31198"/>
                    </a:cubicBezTo>
                    <a:lnTo>
                      <a:pt x="5626" y="30931"/>
                    </a:lnTo>
                    <a:cubicBezTo>
                      <a:pt x="5494" y="30799"/>
                      <a:pt x="5363" y="30665"/>
                      <a:pt x="5234" y="30528"/>
                    </a:cubicBezTo>
                    <a:close/>
                    <a:moveTo>
                      <a:pt x="30926" y="30926"/>
                    </a:moveTo>
                    <a:cubicBezTo>
                      <a:pt x="30794" y="31058"/>
                      <a:pt x="30658" y="31188"/>
                      <a:pt x="30523" y="31316"/>
                    </a:cubicBezTo>
                    <a:lnTo>
                      <a:pt x="30780" y="31592"/>
                    </a:lnTo>
                    <a:cubicBezTo>
                      <a:pt x="30921" y="31461"/>
                      <a:pt x="31058" y="31327"/>
                      <a:pt x="31193" y="31192"/>
                    </a:cubicBezTo>
                    <a:lnTo>
                      <a:pt x="30926" y="30926"/>
                    </a:lnTo>
                    <a:close/>
                    <a:moveTo>
                      <a:pt x="7311" y="32418"/>
                    </a:moveTo>
                    <a:lnTo>
                      <a:pt x="7080" y="32715"/>
                    </a:lnTo>
                    <a:cubicBezTo>
                      <a:pt x="7230" y="32834"/>
                      <a:pt x="7384" y="32948"/>
                      <a:pt x="7539" y="33060"/>
                    </a:cubicBezTo>
                    <a:lnTo>
                      <a:pt x="7760" y="32755"/>
                    </a:lnTo>
                    <a:cubicBezTo>
                      <a:pt x="7608" y="32644"/>
                      <a:pt x="7460" y="32532"/>
                      <a:pt x="7311" y="32418"/>
                    </a:cubicBezTo>
                    <a:close/>
                    <a:moveTo>
                      <a:pt x="28791" y="32750"/>
                    </a:moveTo>
                    <a:cubicBezTo>
                      <a:pt x="28641" y="32859"/>
                      <a:pt x="28487" y="32968"/>
                      <a:pt x="28332" y="33073"/>
                    </a:cubicBezTo>
                    <a:lnTo>
                      <a:pt x="28545" y="33384"/>
                    </a:lnTo>
                    <a:cubicBezTo>
                      <a:pt x="28704" y="33277"/>
                      <a:pt x="28861" y="33168"/>
                      <a:pt x="29014" y="33055"/>
                    </a:cubicBezTo>
                    <a:lnTo>
                      <a:pt x="28791" y="32750"/>
                    </a:lnTo>
                    <a:close/>
                    <a:moveTo>
                      <a:pt x="9659" y="33961"/>
                    </a:moveTo>
                    <a:lnTo>
                      <a:pt x="9475" y="34291"/>
                    </a:lnTo>
                    <a:cubicBezTo>
                      <a:pt x="9644" y="34384"/>
                      <a:pt x="9812" y="34473"/>
                      <a:pt x="9984" y="34560"/>
                    </a:cubicBezTo>
                    <a:lnTo>
                      <a:pt x="10156" y="34223"/>
                    </a:lnTo>
                    <a:cubicBezTo>
                      <a:pt x="9987" y="34139"/>
                      <a:pt x="9822" y="34052"/>
                      <a:pt x="9659" y="33961"/>
                    </a:cubicBezTo>
                    <a:close/>
                    <a:moveTo>
                      <a:pt x="26401" y="34218"/>
                    </a:moveTo>
                    <a:cubicBezTo>
                      <a:pt x="26236" y="34303"/>
                      <a:pt x="26067" y="34385"/>
                      <a:pt x="25899" y="34465"/>
                    </a:cubicBezTo>
                    <a:lnTo>
                      <a:pt x="26059" y="34807"/>
                    </a:lnTo>
                    <a:cubicBezTo>
                      <a:pt x="26232" y="34726"/>
                      <a:pt x="26404" y="34641"/>
                      <a:pt x="26573" y="34554"/>
                    </a:cubicBezTo>
                    <a:lnTo>
                      <a:pt x="26401" y="34218"/>
                    </a:lnTo>
                    <a:close/>
                    <a:moveTo>
                      <a:pt x="12219" y="35117"/>
                    </a:moveTo>
                    <a:lnTo>
                      <a:pt x="12090" y="35472"/>
                    </a:lnTo>
                    <a:cubicBezTo>
                      <a:pt x="12271" y="35537"/>
                      <a:pt x="12452" y="35600"/>
                      <a:pt x="12636" y="35659"/>
                    </a:cubicBezTo>
                    <a:lnTo>
                      <a:pt x="12753" y="35299"/>
                    </a:lnTo>
                    <a:cubicBezTo>
                      <a:pt x="12573" y="35241"/>
                      <a:pt x="12396" y="35180"/>
                      <a:pt x="12219" y="35117"/>
                    </a:cubicBezTo>
                    <a:close/>
                    <a:moveTo>
                      <a:pt x="23810" y="35294"/>
                    </a:moveTo>
                    <a:cubicBezTo>
                      <a:pt x="23632" y="35352"/>
                      <a:pt x="23453" y="35406"/>
                      <a:pt x="23273" y="35459"/>
                    </a:cubicBezTo>
                    <a:lnTo>
                      <a:pt x="23377" y="35823"/>
                    </a:lnTo>
                    <a:lnTo>
                      <a:pt x="23377" y="35821"/>
                    </a:lnTo>
                    <a:cubicBezTo>
                      <a:pt x="23562" y="35768"/>
                      <a:pt x="23744" y="35712"/>
                      <a:pt x="23926" y="35652"/>
                    </a:cubicBezTo>
                    <a:lnTo>
                      <a:pt x="23810" y="35294"/>
                    </a:lnTo>
                    <a:close/>
                    <a:moveTo>
                      <a:pt x="14929" y="35854"/>
                    </a:moveTo>
                    <a:lnTo>
                      <a:pt x="14859" y="36226"/>
                    </a:lnTo>
                    <a:cubicBezTo>
                      <a:pt x="15046" y="36262"/>
                      <a:pt x="15234" y="36293"/>
                      <a:pt x="15424" y="36323"/>
                    </a:cubicBezTo>
                    <a:lnTo>
                      <a:pt x="15482" y="35950"/>
                    </a:lnTo>
                    <a:cubicBezTo>
                      <a:pt x="15297" y="35922"/>
                      <a:pt x="15112" y="35889"/>
                      <a:pt x="14929" y="35854"/>
                    </a:cubicBezTo>
                    <a:close/>
                    <a:moveTo>
                      <a:pt x="21079" y="35948"/>
                    </a:moveTo>
                    <a:cubicBezTo>
                      <a:pt x="20896" y="35976"/>
                      <a:pt x="20709" y="36003"/>
                      <a:pt x="20523" y="36026"/>
                    </a:cubicBezTo>
                    <a:lnTo>
                      <a:pt x="20571" y="36401"/>
                    </a:lnTo>
                    <a:lnTo>
                      <a:pt x="20571" y="36402"/>
                    </a:lnTo>
                    <a:cubicBezTo>
                      <a:pt x="20761" y="36378"/>
                      <a:pt x="20951" y="36351"/>
                      <a:pt x="21139" y="36321"/>
                    </a:cubicBezTo>
                    <a:lnTo>
                      <a:pt x="21079" y="35948"/>
                    </a:lnTo>
                    <a:close/>
                    <a:moveTo>
                      <a:pt x="17719" y="36158"/>
                    </a:moveTo>
                    <a:lnTo>
                      <a:pt x="17708" y="36536"/>
                    </a:lnTo>
                    <a:cubicBezTo>
                      <a:pt x="17889" y="36541"/>
                      <a:pt x="18073" y="36545"/>
                      <a:pt x="18261" y="36545"/>
                    </a:cubicBezTo>
                    <a:lnTo>
                      <a:pt x="18279" y="36545"/>
                    </a:lnTo>
                    <a:lnTo>
                      <a:pt x="18281" y="36493"/>
                    </a:lnTo>
                    <a:lnTo>
                      <a:pt x="18273" y="36166"/>
                    </a:lnTo>
                    <a:cubicBezTo>
                      <a:pt x="18088" y="36166"/>
                      <a:pt x="17902" y="36165"/>
                      <a:pt x="17719" y="361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55"/>
              <p:cNvSpPr/>
              <p:nvPr/>
            </p:nvSpPr>
            <p:spPr>
              <a:xfrm>
                <a:off x="4685875" y="1766275"/>
                <a:ext cx="600725" cy="600725"/>
              </a:xfrm>
              <a:custGeom>
                <a:avLst/>
                <a:gdLst/>
                <a:ahLst/>
                <a:cxnLst/>
                <a:rect l="l" t="t" r="r" b="b"/>
                <a:pathLst>
                  <a:path w="24029" h="24029" extrusionOk="0">
                    <a:moveTo>
                      <a:pt x="11985" y="1"/>
                    </a:moveTo>
                    <a:lnTo>
                      <a:pt x="11985" y="377"/>
                    </a:lnTo>
                    <a:lnTo>
                      <a:pt x="12015" y="377"/>
                    </a:lnTo>
                    <a:cubicBezTo>
                      <a:pt x="12492" y="377"/>
                      <a:pt x="12973" y="407"/>
                      <a:pt x="13444" y="465"/>
                    </a:cubicBezTo>
                    <a:lnTo>
                      <a:pt x="13488" y="90"/>
                    </a:lnTo>
                    <a:cubicBezTo>
                      <a:pt x="13004" y="30"/>
                      <a:pt x="12509" y="1"/>
                      <a:pt x="12013" y="1"/>
                    </a:cubicBezTo>
                    <a:close/>
                    <a:moveTo>
                      <a:pt x="9735" y="217"/>
                    </a:moveTo>
                    <a:cubicBezTo>
                      <a:pt x="9242" y="311"/>
                      <a:pt x="8750" y="438"/>
                      <a:pt x="8274" y="594"/>
                    </a:cubicBezTo>
                    <a:lnTo>
                      <a:pt x="8392" y="954"/>
                    </a:lnTo>
                    <a:cubicBezTo>
                      <a:pt x="8852" y="802"/>
                      <a:pt x="9328" y="680"/>
                      <a:pt x="9806" y="587"/>
                    </a:cubicBezTo>
                    <a:lnTo>
                      <a:pt x="9735" y="217"/>
                    </a:lnTo>
                    <a:close/>
                    <a:moveTo>
                      <a:pt x="15697" y="576"/>
                    </a:moveTo>
                    <a:lnTo>
                      <a:pt x="15581" y="934"/>
                    </a:lnTo>
                    <a:cubicBezTo>
                      <a:pt x="16042" y="1083"/>
                      <a:pt x="16500" y="1263"/>
                      <a:pt x="16941" y="1469"/>
                    </a:cubicBezTo>
                    <a:lnTo>
                      <a:pt x="17101" y="1127"/>
                    </a:lnTo>
                    <a:cubicBezTo>
                      <a:pt x="16647" y="914"/>
                      <a:pt x="16174" y="729"/>
                      <a:pt x="15697" y="576"/>
                    </a:cubicBezTo>
                    <a:close/>
                    <a:moveTo>
                      <a:pt x="6203" y="1497"/>
                    </a:moveTo>
                    <a:cubicBezTo>
                      <a:pt x="5763" y="1740"/>
                      <a:pt x="5337" y="2013"/>
                      <a:pt x="4932" y="2309"/>
                    </a:cubicBezTo>
                    <a:lnTo>
                      <a:pt x="5155" y="2614"/>
                    </a:lnTo>
                    <a:cubicBezTo>
                      <a:pt x="5547" y="2328"/>
                      <a:pt x="5960" y="2064"/>
                      <a:pt x="6384" y="1828"/>
                    </a:cubicBezTo>
                    <a:lnTo>
                      <a:pt x="6203" y="1497"/>
                    </a:lnTo>
                    <a:close/>
                    <a:moveTo>
                      <a:pt x="19049" y="2274"/>
                    </a:moveTo>
                    <a:lnTo>
                      <a:pt x="18828" y="2580"/>
                    </a:lnTo>
                    <a:cubicBezTo>
                      <a:pt x="19221" y="2864"/>
                      <a:pt x="19599" y="3178"/>
                      <a:pt x="19954" y="3508"/>
                    </a:cubicBezTo>
                    <a:lnTo>
                      <a:pt x="20212" y="3232"/>
                    </a:lnTo>
                    <a:cubicBezTo>
                      <a:pt x="19847" y="2890"/>
                      <a:pt x="19454" y="2568"/>
                      <a:pt x="19049" y="2274"/>
                    </a:cubicBezTo>
                    <a:close/>
                    <a:moveTo>
                      <a:pt x="3240" y="3809"/>
                    </a:moveTo>
                    <a:cubicBezTo>
                      <a:pt x="2897" y="4174"/>
                      <a:pt x="2575" y="4565"/>
                      <a:pt x="2280" y="4972"/>
                    </a:cubicBezTo>
                    <a:lnTo>
                      <a:pt x="2586" y="5193"/>
                    </a:lnTo>
                    <a:cubicBezTo>
                      <a:pt x="2872" y="4800"/>
                      <a:pt x="3184" y="4422"/>
                      <a:pt x="3516" y="4066"/>
                    </a:cubicBezTo>
                    <a:lnTo>
                      <a:pt x="3240" y="3809"/>
                    </a:lnTo>
                    <a:close/>
                    <a:moveTo>
                      <a:pt x="21714" y="4924"/>
                    </a:moveTo>
                    <a:lnTo>
                      <a:pt x="21408" y="5147"/>
                    </a:lnTo>
                    <a:cubicBezTo>
                      <a:pt x="21696" y="5538"/>
                      <a:pt x="21960" y="5951"/>
                      <a:pt x="22196" y="6376"/>
                    </a:cubicBezTo>
                    <a:lnTo>
                      <a:pt x="22527" y="6193"/>
                    </a:lnTo>
                    <a:cubicBezTo>
                      <a:pt x="22282" y="5755"/>
                      <a:pt x="22010" y="5327"/>
                      <a:pt x="21714" y="4924"/>
                    </a:cubicBezTo>
                    <a:close/>
                    <a:moveTo>
                      <a:pt x="1131" y="6918"/>
                    </a:moveTo>
                    <a:cubicBezTo>
                      <a:pt x="918" y="7374"/>
                      <a:pt x="732" y="7846"/>
                      <a:pt x="579" y="8322"/>
                    </a:cubicBezTo>
                    <a:lnTo>
                      <a:pt x="937" y="8438"/>
                    </a:lnTo>
                    <a:lnTo>
                      <a:pt x="937" y="8439"/>
                    </a:lnTo>
                    <a:cubicBezTo>
                      <a:pt x="1086" y="7977"/>
                      <a:pt x="1268" y="7519"/>
                      <a:pt x="1474" y="7078"/>
                    </a:cubicBezTo>
                    <a:lnTo>
                      <a:pt x="1131" y="6918"/>
                    </a:lnTo>
                    <a:close/>
                    <a:moveTo>
                      <a:pt x="23430" y="8264"/>
                    </a:moveTo>
                    <a:lnTo>
                      <a:pt x="23072" y="8382"/>
                    </a:lnTo>
                    <a:cubicBezTo>
                      <a:pt x="23224" y="8843"/>
                      <a:pt x="23348" y="9318"/>
                      <a:pt x="23439" y="9796"/>
                    </a:cubicBezTo>
                    <a:lnTo>
                      <a:pt x="23810" y="9723"/>
                    </a:lnTo>
                    <a:cubicBezTo>
                      <a:pt x="23715" y="9231"/>
                      <a:pt x="23587" y="8740"/>
                      <a:pt x="23430" y="8264"/>
                    </a:cubicBezTo>
                    <a:close/>
                    <a:moveTo>
                      <a:pt x="91" y="10529"/>
                    </a:moveTo>
                    <a:cubicBezTo>
                      <a:pt x="30" y="11018"/>
                      <a:pt x="1" y="11517"/>
                      <a:pt x="1" y="12015"/>
                    </a:cubicBezTo>
                    <a:lnTo>
                      <a:pt x="1" y="12034"/>
                    </a:lnTo>
                    <a:lnTo>
                      <a:pt x="379" y="12034"/>
                    </a:lnTo>
                    <a:lnTo>
                      <a:pt x="379" y="12015"/>
                    </a:lnTo>
                    <a:cubicBezTo>
                      <a:pt x="379" y="11534"/>
                      <a:pt x="407" y="11050"/>
                      <a:pt x="467" y="10576"/>
                    </a:cubicBezTo>
                    <a:lnTo>
                      <a:pt x="91" y="10529"/>
                    </a:lnTo>
                    <a:close/>
                    <a:moveTo>
                      <a:pt x="23650" y="11973"/>
                    </a:moveTo>
                    <a:lnTo>
                      <a:pt x="23650" y="12015"/>
                    </a:lnTo>
                    <a:cubicBezTo>
                      <a:pt x="23650" y="12502"/>
                      <a:pt x="23620" y="12991"/>
                      <a:pt x="23559" y="13472"/>
                    </a:cubicBezTo>
                    <a:lnTo>
                      <a:pt x="23934" y="13520"/>
                    </a:lnTo>
                    <a:cubicBezTo>
                      <a:pt x="23997" y="13022"/>
                      <a:pt x="24028" y="12517"/>
                      <a:pt x="24028" y="12015"/>
                    </a:cubicBezTo>
                    <a:lnTo>
                      <a:pt x="24028" y="11973"/>
                    </a:lnTo>
                    <a:close/>
                    <a:moveTo>
                      <a:pt x="585" y="14213"/>
                    </a:moveTo>
                    <a:lnTo>
                      <a:pt x="215" y="14284"/>
                    </a:lnTo>
                    <a:cubicBezTo>
                      <a:pt x="310" y="14777"/>
                      <a:pt x="435" y="15267"/>
                      <a:pt x="590" y="15745"/>
                    </a:cubicBezTo>
                    <a:lnTo>
                      <a:pt x="951" y="15628"/>
                    </a:lnTo>
                    <a:cubicBezTo>
                      <a:pt x="800" y="15167"/>
                      <a:pt x="676" y="14691"/>
                      <a:pt x="585" y="14213"/>
                    </a:cubicBezTo>
                    <a:close/>
                    <a:moveTo>
                      <a:pt x="23083" y="15608"/>
                    </a:moveTo>
                    <a:cubicBezTo>
                      <a:pt x="22935" y="16070"/>
                      <a:pt x="22753" y="16528"/>
                      <a:pt x="22547" y="16967"/>
                    </a:cubicBezTo>
                    <a:lnTo>
                      <a:pt x="22889" y="17128"/>
                    </a:lnTo>
                    <a:cubicBezTo>
                      <a:pt x="23102" y="16675"/>
                      <a:pt x="23288" y="16203"/>
                      <a:pt x="23444" y="15725"/>
                    </a:cubicBezTo>
                    <a:lnTo>
                      <a:pt x="23083" y="15608"/>
                    </a:lnTo>
                    <a:close/>
                    <a:moveTo>
                      <a:pt x="1823" y="17635"/>
                    </a:moveTo>
                    <a:lnTo>
                      <a:pt x="1492" y="17818"/>
                    </a:lnTo>
                    <a:cubicBezTo>
                      <a:pt x="1735" y="18256"/>
                      <a:pt x="2008" y="18684"/>
                      <a:pt x="2304" y="19089"/>
                    </a:cubicBezTo>
                    <a:lnTo>
                      <a:pt x="2609" y="18866"/>
                    </a:lnTo>
                    <a:cubicBezTo>
                      <a:pt x="2322" y="18474"/>
                      <a:pt x="2057" y="18059"/>
                      <a:pt x="1823" y="17635"/>
                    </a:cubicBezTo>
                    <a:close/>
                    <a:moveTo>
                      <a:pt x="21431" y="18851"/>
                    </a:moveTo>
                    <a:cubicBezTo>
                      <a:pt x="21146" y="19244"/>
                      <a:pt x="20832" y="19622"/>
                      <a:pt x="20500" y="19976"/>
                    </a:cubicBezTo>
                    <a:lnTo>
                      <a:pt x="20774" y="20235"/>
                    </a:lnTo>
                    <a:cubicBezTo>
                      <a:pt x="21117" y="19870"/>
                      <a:pt x="21441" y="19479"/>
                      <a:pt x="21737" y="19074"/>
                    </a:cubicBezTo>
                    <a:lnTo>
                      <a:pt x="21431" y="18851"/>
                    </a:lnTo>
                    <a:close/>
                    <a:moveTo>
                      <a:pt x="4060" y="20506"/>
                    </a:moveTo>
                    <a:lnTo>
                      <a:pt x="3800" y="20782"/>
                    </a:lnTo>
                    <a:cubicBezTo>
                      <a:pt x="4166" y="21124"/>
                      <a:pt x="4557" y="21448"/>
                      <a:pt x="4963" y="21742"/>
                    </a:cubicBezTo>
                    <a:lnTo>
                      <a:pt x="5185" y="21436"/>
                    </a:lnTo>
                    <a:cubicBezTo>
                      <a:pt x="4792" y="21151"/>
                      <a:pt x="4413" y="20838"/>
                      <a:pt x="4060" y="20506"/>
                    </a:cubicBezTo>
                    <a:close/>
                    <a:moveTo>
                      <a:pt x="18857" y="21426"/>
                    </a:moveTo>
                    <a:cubicBezTo>
                      <a:pt x="18464" y="21712"/>
                      <a:pt x="18051" y="21977"/>
                      <a:pt x="17627" y="22210"/>
                    </a:cubicBezTo>
                    <a:lnTo>
                      <a:pt x="17808" y="22542"/>
                    </a:lnTo>
                    <a:cubicBezTo>
                      <a:pt x="18246" y="22299"/>
                      <a:pt x="18674" y="22028"/>
                      <a:pt x="19080" y="21732"/>
                    </a:cubicBezTo>
                    <a:lnTo>
                      <a:pt x="18857" y="21426"/>
                    </a:lnTo>
                    <a:close/>
                    <a:moveTo>
                      <a:pt x="7070" y="22550"/>
                    </a:moveTo>
                    <a:lnTo>
                      <a:pt x="6910" y="22892"/>
                    </a:lnTo>
                    <a:cubicBezTo>
                      <a:pt x="7364" y="23107"/>
                      <a:pt x="7836" y="23293"/>
                      <a:pt x="8312" y="23447"/>
                    </a:cubicBezTo>
                    <a:lnTo>
                      <a:pt x="8430" y="23088"/>
                    </a:lnTo>
                    <a:cubicBezTo>
                      <a:pt x="7967" y="22938"/>
                      <a:pt x="7511" y="22758"/>
                      <a:pt x="7070" y="22550"/>
                    </a:cubicBezTo>
                    <a:close/>
                    <a:moveTo>
                      <a:pt x="15618" y="23082"/>
                    </a:moveTo>
                    <a:cubicBezTo>
                      <a:pt x="15157" y="23232"/>
                      <a:pt x="14681" y="23354"/>
                      <a:pt x="14204" y="23445"/>
                    </a:cubicBezTo>
                    <a:lnTo>
                      <a:pt x="14275" y="23815"/>
                    </a:lnTo>
                    <a:cubicBezTo>
                      <a:pt x="14767" y="23721"/>
                      <a:pt x="15258" y="23596"/>
                      <a:pt x="15735" y="23440"/>
                    </a:cubicBezTo>
                    <a:lnTo>
                      <a:pt x="15618" y="23082"/>
                    </a:lnTo>
                    <a:close/>
                    <a:moveTo>
                      <a:pt x="10566" y="23561"/>
                    </a:moveTo>
                    <a:lnTo>
                      <a:pt x="10519" y="23936"/>
                    </a:lnTo>
                    <a:cubicBezTo>
                      <a:pt x="11012" y="23997"/>
                      <a:pt x="11516" y="24028"/>
                      <a:pt x="12015" y="24028"/>
                    </a:cubicBezTo>
                    <a:lnTo>
                      <a:pt x="12024" y="24028"/>
                    </a:lnTo>
                    <a:lnTo>
                      <a:pt x="12015" y="23650"/>
                    </a:lnTo>
                    <a:cubicBezTo>
                      <a:pt x="11530" y="23650"/>
                      <a:pt x="11043" y="23620"/>
                      <a:pt x="10566" y="235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55"/>
              <p:cNvSpPr/>
              <p:nvPr/>
            </p:nvSpPr>
            <p:spPr>
              <a:xfrm>
                <a:off x="4796700" y="1877050"/>
                <a:ext cx="379075" cy="379175"/>
              </a:xfrm>
              <a:custGeom>
                <a:avLst/>
                <a:gdLst/>
                <a:ahLst/>
                <a:cxnLst/>
                <a:rect l="l" t="t" r="r" b="b"/>
                <a:pathLst>
                  <a:path w="15163" h="15167" extrusionOk="0">
                    <a:moveTo>
                      <a:pt x="7582" y="567"/>
                    </a:moveTo>
                    <a:cubicBezTo>
                      <a:pt x="8495" y="567"/>
                      <a:pt x="9381" y="739"/>
                      <a:pt x="10218" y="1079"/>
                    </a:cubicBezTo>
                    <a:lnTo>
                      <a:pt x="9807" y="1985"/>
                    </a:lnTo>
                    <a:lnTo>
                      <a:pt x="10066" y="2102"/>
                    </a:lnTo>
                    <a:cubicBezTo>
                      <a:pt x="10512" y="2304"/>
                      <a:pt x="10934" y="2561"/>
                      <a:pt x="11319" y="2869"/>
                    </a:cubicBezTo>
                    <a:lnTo>
                      <a:pt x="11540" y="3044"/>
                    </a:lnTo>
                    <a:lnTo>
                      <a:pt x="12158" y="2266"/>
                    </a:lnTo>
                    <a:cubicBezTo>
                      <a:pt x="13174" y="3143"/>
                      <a:pt x="13927" y="4307"/>
                      <a:pt x="14307" y="5586"/>
                    </a:cubicBezTo>
                    <a:lnTo>
                      <a:pt x="13346" y="5829"/>
                    </a:lnTo>
                    <a:lnTo>
                      <a:pt x="13415" y="6105"/>
                    </a:lnTo>
                    <a:cubicBezTo>
                      <a:pt x="13534" y="6579"/>
                      <a:pt x="13597" y="7070"/>
                      <a:pt x="13598" y="7564"/>
                    </a:cubicBezTo>
                    <a:lnTo>
                      <a:pt x="13598" y="7846"/>
                    </a:lnTo>
                    <a:lnTo>
                      <a:pt x="14591" y="7846"/>
                    </a:lnTo>
                    <a:cubicBezTo>
                      <a:pt x="14540" y="9208"/>
                      <a:pt x="14106" y="10501"/>
                      <a:pt x="13323" y="11613"/>
                    </a:cubicBezTo>
                    <a:lnTo>
                      <a:pt x="12534" y="11008"/>
                    </a:lnTo>
                    <a:lnTo>
                      <a:pt x="12361" y="11235"/>
                    </a:lnTo>
                    <a:cubicBezTo>
                      <a:pt x="12064" y="11623"/>
                      <a:pt x="11718" y="11975"/>
                      <a:pt x="11333" y="12282"/>
                    </a:cubicBezTo>
                    <a:lnTo>
                      <a:pt x="11114" y="12460"/>
                    </a:lnTo>
                    <a:lnTo>
                      <a:pt x="11733" y="13235"/>
                    </a:lnTo>
                    <a:cubicBezTo>
                      <a:pt x="10643" y="14038"/>
                      <a:pt x="9366" y="14501"/>
                      <a:pt x="8013" y="14582"/>
                    </a:cubicBezTo>
                    <a:lnTo>
                      <a:pt x="7993" y="13587"/>
                    </a:lnTo>
                    <a:lnTo>
                      <a:pt x="7656" y="13597"/>
                    </a:lnTo>
                    <a:cubicBezTo>
                      <a:pt x="7631" y="13597"/>
                      <a:pt x="7606" y="13599"/>
                      <a:pt x="7582" y="13599"/>
                    </a:cubicBezTo>
                    <a:cubicBezTo>
                      <a:pt x="7137" y="13599"/>
                      <a:pt x="6689" y="13548"/>
                      <a:pt x="6250" y="13448"/>
                    </a:cubicBezTo>
                    <a:lnTo>
                      <a:pt x="5972" y="13386"/>
                    </a:lnTo>
                    <a:lnTo>
                      <a:pt x="5753" y="14354"/>
                    </a:lnTo>
                    <a:cubicBezTo>
                      <a:pt x="4464" y="14005"/>
                      <a:pt x="3281" y="13280"/>
                      <a:pt x="2381" y="12287"/>
                    </a:cubicBezTo>
                    <a:lnTo>
                      <a:pt x="3142" y="11651"/>
                    </a:lnTo>
                    <a:lnTo>
                      <a:pt x="2961" y="11433"/>
                    </a:lnTo>
                    <a:cubicBezTo>
                      <a:pt x="2645" y="11055"/>
                      <a:pt x="2376" y="10640"/>
                      <a:pt x="2163" y="10200"/>
                    </a:cubicBezTo>
                    <a:lnTo>
                      <a:pt x="2040" y="9946"/>
                    </a:lnTo>
                    <a:lnTo>
                      <a:pt x="1147" y="10377"/>
                    </a:lnTo>
                    <a:cubicBezTo>
                      <a:pt x="762" y="9495"/>
                      <a:pt x="567" y="8555"/>
                      <a:pt x="567" y="7582"/>
                    </a:cubicBezTo>
                    <a:cubicBezTo>
                      <a:pt x="567" y="7204"/>
                      <a:pt x="598" y="6825"/>
                      <a:pt x="658" y="6454"/>
                    </a:cubicBezTo>
                    <a:lnTo>
                      <a:pt x="1629" y="6652"/>
                    </a:lnTo>
                    <a:lnTo>
                      <a:pt x="1685" y="6374"/>
                    </a:lnTo>
                    <a:cubicBezTo>
                      <a:pt x="1784" y="5892"/>
                      <a:pt x="1941" y="5424"/>
                      <a:pt x="2154" y="4980"/>
                    </a:cubicBezTo>
                    <a:lnTo>
                      <a:pt x="2277" y="4725"/>
                    </a:lnTo>
                    <a:lnTo>
                      <a:pt x="1383" y="4296"/>
                    </a:lnTo>
                    <a:cubicBezTo>
                      <a:pt x="2011" y="3115"/>
                      <a:pt x="2979" y="2123"/>
                      <a:pt x="4144" y="1466"/>
                    </a:cubicBezTo>
                    <a:lnTo>
                      <a:pt x="4596" y="2350"/>
                    </a:lnTo>
                    <a:lnTo>
                      <a:pt x="4849" y="2221"/>
                    </a:lnTo>
                    <a:cubicBezTo>
                      <a:pt x="5287" y="1998"/>
                      <a:pt x="5751" y="1829"/>
                      <a:pt x="6228" y="1719"/>
                    </a:cubicBezTo>
                    <a:lnTo>
                      <a:pt x="6504" y="1656"/>
                    </a:lnTo>
                    <a:lnTo>
                      <a:pt x="6283" y="688"/>
                    </a:lnTo>
                    <a:cubicBezTo>
                      <a:pt x="6709" y="607"/>
                      <a:pt x="7145" y="567"/>
                      <a:pt x="7582" y="567"/>
                    </a:cubicBezTo>
                    <a:close/>
                    <a:moveTo>
                      <a:pt x="7582" y="1"/>
                    </a:moveTo>
                    <a:cubicBezTo>
                      <a:pt x="7007" y="1"/>
                      <a:pt x="6433" y="65"/>
                      <a:pt x="5877" y="192"/>
                    </a:cubicBezTo>
                    <a:lnTo>
                      <a:pt x="5602" y="257"/>
                    </a:lnTo>
                    <a:lnTo>
                      <a:pt x="5827" y="1236"/>
                    </a:lnTo>
                    <a:cubicBezTo>
                      <a:pt x="5492" y="1329"/>
                      <a:pt x="5163" y="1448"/>
                      <a:pt x="4846" y="1593"/>
                    </a:cubicBezTo>
                    <a:lnTo>
                      <a:pt x="4388" y="698"/>
                    </a:lnTo>
                    <a:lnTo>
                      <a:pt x="4135" y="827"/>
                    </a:lnTo>
                    <a:cubicBezTo>
                      <a:pt x="2663" y="1578"/>
                      <a:pt x="1459" y="2814"/>
                      <a:pt x="744" y="4304"/>
                    </a:cubicBezTo>
                    <a:lnTo>
                      <a:pt x="621" y="4559"/>
                    </a:lnTo>
                    <a:lnTo>
                      <a:pt x="1527" y="4993"/>
                    </a:lnTo>
                    <a:cubicBezTo>
                      <a:pt x="1390" y="5314"/>
                      <a:pt x="1277" y="5646"/>
                      <a:pt x="1193" y="5984"/>
                    </a:cubicBezTo>
                    <a:lnTo>
                      <a:pt x="210" y="5783"/>
                    </a:lnTo>
                    <a:lnTo>
                      <a:pt x="152" y="6060"/>
                    </a:lnTo>
                    <a:cubicBezTo>
                      <a:pt x="51" y="6559"/>
                      <a:pt x="0" y="7070"/>
                      <a:pt x="0" y="7580"/>
                    </a:cubicBezTo>
                    <a:cubicBezTo>
                      <a:pt x="0" y="8737"/>
                      <a:pt x="255" y="9849"/>
                      <a:pt x="755" y="10883"/>
                    </a:cubicBezTo>
                    <a:lnTo>
                      <a:pt x="879" y="11137"/>
                    </a:lnTo>
                    <a:lnTo>
                      <a:pt x="1783" y="10701"/>
                    </a:lnTo>
                    <a:cubicBezTo>
                      <a:pt x="1946" y="11005"/>
                      <a:pt x="2136" y="11299"/>
                      <a:pt x="2348" y="11575"/>
                    </a:cubicBezTo>
                    <a:lnTo>
                      <a:pt x="1576" y="12219"/>
                    </a:lnTo>
                    <a:lnTo>
                      <a:pt x="1758" y="12437"/>
                    </a:lnTo>
                    <a:cubicBezTo>
                      <a:pt x="2822" y="13709"/>
                      <a:pt x="4294" y="14611"/>
                      <a:pt x="5903" y="14977"/>
                    </a:cubicBezTo>
                    <a:lnTo>
                      <a:pt x="6181" y="15038"/>
                    </a:lnTo>
                    <a:lnTo>
                      <a:pt x="6402" y="14058"/>
                    </a:lnTo>
                    <a:cubicBezTo>
                      <a:pt x="6746" y="14121"/>
                      <a:pt x="7093" y="14156"/>
                      <a:pt x="7438" y="14164"/>
                    </a:cubicBezTo>
                    <a:lnTo>
                      <a:pt x="7458" y="15167"/>
                    </a:lnTo>
                    <a:lnTo>
                      <a:pt x="7742" y="15162"/>
                    </a:lnTo>
                    <a:cubicBezTo>
                      <a:pt x="9420" y="15125"/>
                      <a:pt x="11001" y="14554"/>
                      <a:pt x="12311" y="13506"/>
                    </a:cubicBezTo>
                    <a:lnTo>
                      <a:pt x="12533" y="13329"/>
                    </a:lnTo>
                    <a:lnTo>
                      <a:pt x="11907" y="12543"/>
                    </a:lnTo>
                    <a:cubicBezTo>
                      <a:pt x="12168" y="12315"/>
                      <a:pt x="12412" y="12066"/>
                      <a:pt x="12635" y="11800"/>
                    </a:cubicBezTo>
                    <a:lnTo>
                      <a:pt x="13433" y="12411"/>
                    </a:lnTo>
                    <a:lnTo>
                      <a:pt x="13605" y="12185"/>
                    </a:lnTo>
                    <a:cubicBezTo>
                      <a:pt x="14624" y="10853"/>
                      <a:pt x="15163" y="9260"/>
                      <a:pt x="15163" y="7582"/>
                    </a:cubicBezTo>
                    <a:lnTo>
                      <a:pt x="15163" y="7280"/>
                    </a:lnTo>
                    <a:lnTo>
                      <a:pt x="14158" y="7280"/>
                    </a:lnTo>
                    <a:cubicBezTo>
                      <a:pt x="14142" y="6931"/>
                      <a:pt x="14099" y="6582"/>
                      <a:pt x="14028" y="6242"/>
                    </a:cubicBezTo>
                    <a:lnTo>
                      <a:pt x="15001" y="5996"/>
                    </a:lnTo>
                    <a:lnTo>
                      <a:pt x="14932" y="5722"/>
                    </a:lnTo>
                    <a:cubicBezTo>
                      <a:pt x="14529" y="4121"/>
                      <a:pt x="13590" y="2672"/>
                      <a:pt x="12292" y="1641"/>
                    </a:cubicBezTo>
                    <a:lnTo>
                      <a:pt x="12070" y="1466"/>
                    </a:lnTo>
                    <a:lnTo>
                      <a:pt x="11446" y="2252"/>
                    </a:lnTo>
                    <a:cubicBezTo>
                      <a:pt x="11163" y="2047"/>
                      <a:pt x="10866" y="1866"/>
                      <a:pt x="10555" y="1709"/>
                    </a:cubicBezTo>
                    <a:lnTo>
                      <a:pt x="10972" y="794"/>
                    </a:lnTo>
                    <a:lnTo>
                      <a:pt x="10712" y="676"/>
                    </a:lnTo>
                    <a:cubicBezTo>
                      <a:pt x="9726" y="227"/>
                      <a:pt x="8672" y="1"/>
                      <a:pt x="7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03" name="Google Shape;1203;p55"/>
            <p:cNvCxnSpPr>
              <a:stCxn id="1198" idx="6"/>
              <a:endCxn id="1197" idx="2"/>
            </p:cNvCxnSpPr>
            <p:nvPr/>
          </p:nvCxnSpPr>
          <p:spPr>
            <a:xfrm>
              <a:off x="7483400" y="111903"/>
              <a:ext cx="1371900" cy="696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55"/>
            <p:cNvCxnSpPr>
              <a:stCxn id="1197" idx="0"/>
            </p:cNvCxnSpPr>
            <p:nvPr/>
          </p:nvCxnSpPr>
          <p:spPr>
            <a:xfrm rot="10800000">
              <a:off x="8344669" y="-340498"/>
              <a:ext cx="578700" cy="1080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椭圆 19">
            <a:extLst>
              <a:ext uri="{FF2B5EF4-FFF2-40B4-BE49-F238E27FC236}">
                <a16:creationId xmlns:a16="http://schemas.microsoft.com/office/drawing/2014/main" id="{2E5520B8-0F20-7A7D-E0E9-E8813F86B858}"/>
              </a:ext>
            </a:extLst>
          </p:cNvPr>
          <p:cNvSpPr/>
          <p:nvPr/>
        </p:nvSpPr>
        <p:spPr>
          <a:xfrm>
            <a:off x="2748183" y="131139"/>
            <a:ext cx="906321" cy="3618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kumimoji="1" lang="zh-CN" alt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679F0BF-08A4-E41F-257C-F48E31D930F0}"/>
              </a:ext>
            </a:extLst>
          </p:cNvPr>
          <p:cNvCxnSpPr>
            <a:cxnSpLocks/>
            <a:stCxn id="20" idx="4"/>
            <a:endCxn id="24" idx="0"/>
          </p:cNvCxnSpPr>
          <p:nvPr/>
        </p:nvCxnSpPr>
        <p:spPr>
          <a:xfrm flipH="1">
            <a:off x="3201343" y="492941"/>
            <a:ext cx="1" cy="30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78F4136-C40E-01DF-12F5-2A8B20736DB9}"/>
              </a:ext>
            </a:extLst>
          </p:cNvPr>
          <p:cNvSpPr/>
          <p:nvPr/>
        </p:nvSpPr>
        <p:spPr>
          <a:xfrm>
            <a:off x="2044220" y="794567"/>
            <a:ext cx="2314246" cy="361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Initialized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3956F04-0FF4-ECED-63AD-0B63DD279551}"/>
              </a:ext>
            </a:extLst>
          </p:cNvPr>
          <p:cNvSpPr/>
          <p:nvPr/>
        </p:nvSpPr>
        <p:spPr>
          <a:xfrm>
            <a:off x="2220254" y="1466633"/>
            <a:ext cx="1962179" cy="30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Wait 2 seconds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FD4972D-E5CD-C0B6-2DC2-527521AB8FC8}"/>
              </a:ext>
            </a:extLst>
          </p:cNvPr>
          <p:cNvSpPr/>
          <p:nvPr/>
        </p:nvSpPr>
        <p:spPr>
          <a:xfrm>
            <a:off x="2220254" y="2085072"/>
            <a:ext cx="1962178" cy="673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Wheel rotates 1 second</a:t>
            </a:r>
          </a:p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Roller rotates 2 seconds</a:t>
            </a:r>
          </a:p>
        </p:txBody>
      </p:sp>
      <p:cxnSp>
        <p:nvCxnSpPr>
          <p:cNvPr id="1090" name="直线箭头连接符 1089">
            <a:extLst>
              <a:ext uri="{FF2B5EF4-FFF2-40B4-BE49-F238E27FC236}">
                <a16:creationId xmlns:a16="http://schemas.microsoft.com/office/drawing/2014/main" id="{0EDC0A5A-D5E9-AE94-A10F-61F9003BCB5B}"/>
              </a:ext>
            </a:extLst>
          </p:cNvPr>
          <p:cNvCxnSpPr>
            <a:cxnSpLocks/>
          </p:cNvCxnSpPr>
          <p:nvPr/>
        </p:nvCxnSpPr>
        <p:spPr>
          <a:xfrm>
            <a:off x="3196223" y="3273700"/>
            <a:ext cx="1" cy="40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3" name="菱形 1092">
            <a:extLst>
              <a:ext uri="{FF2B5EF4-FFF2-40B4-BE49-F238E27FC236}">
                <a16:creationId xmlns:a16="http://schemas.microsoft.com/office/drawing/2014/main" id="{A45F718F-A5CC-9882-576A-DC2B7088E41D}"/>
              </a:ext>
            </a:extLst>
          </p:cNvPr>
          <p:cNvSpPr/>
          <p:nvPr/>
        </p:nvSpPr>
        <p:spPr>
          <a:xfrm>
            <a:off x="2658692" y="3687522"/>
            <a:ext cx="1085302" cy="586643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9" name="直线连接符 1098">
            <a:extLst>
              <a:ext uri="{FF2B5EF4-FFF2-40B4-BE49-F238E27FC236}">
                <a16:creationId xmlns:a16="http://schemas.microsoft.com/office/drawing/2014/main" id="{6481D31D-56EE-66C9-50F7-297ACD90148A}"/>
              </a:ext>
            </a:extLst>
          </p:cNvPr>
          <p:cNvCxnSpPr>
            <a:cxnSpLocks/>
            <a:stCxn id="1093" idx="3"/>
          </p:cNvCxnSpPr>
          <p:nvPr/>
        </p:nvCxnSpPr>
        <p:spPr>
          <a:xfrm flipV="1">
            <a:off x="3743994" y="3972241"/>
            <a:ext cx="2082648" cy="86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3" name="直线连接符 1102">
            <a:extLst>
              <a:ext uri="{FF2B5EF4-FFF2-40B4-BE49-F238E27FC236}">
                <a16:creationId xmlns:a16="http://schemas.microsoft.com/office/drawing/2014/main" id="{BAFF5507-4EDD-F2CA-9847-421A9B5F9389}"/>
              </a:ext>
            </a:extLst>
          </p:cNvPr>
          <p:cNvCxnSpPr>
            <a:cxnSpLocks/>
          </p:cNvCxnSpPr>
          <p:nvPr/>
        </p:nvCxnSpPr>
        <p:spPr>
          <a:xfrm flipV="1">
            <a:off x="5826642" y="975468"/>
            <a:ext cx="0" cy="30053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直线箭头连接符 1106">
            <a:extLst>
              <a:ext uri="{FF2B5EF4-FFF2-40B4-BE49-F238E27FC236}">
                <a16:creationId xmlns:a16="http://schemas.microsoft.com/office/drawing/2014/main" id="{7CCA9462-C316-E280-F757-D9AEA0E359D9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4358466" y="975468"/>
            <a:ext cx="1468176" cy="2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1" name="文本框 1110">
            <a:extLst>
              <a:ext uri="{FF2B5EF4-FFF2-40B4-BE49-F238E27FC236}">
                <a16:creationId xmlns:a16="http://schemas.microsoft.com/office/drawing/2014/main" id="{6D2CD644-CF38-0158-BFB3-929E4066D0DF}"/>
              </a:ext>
            </a:extLst>
          </p:cNvPr>
          <p:cNvSpPr txBox="1"/>
          <p:nvPr/>
        </p:nvSpPr>
        <p:spPr>
          <a:xfrm>
            <a:off x="3196222" y="3392346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Cards all </a:t>
            </a:r>
            <a:r>
              <a:rPr kumimoji="1"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dealed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2" name="文本框 1111">
            <a:extLst>
              <a:ext uri="{FF2B5EF4-FFF2-40B4-BE49-F238E27FC236}">
                <a16:creationId xmlns:a16="http://schemas.microsoft.com/office/drawing/2014/main" id="{54E03507-7695-52BE-2D03-62A2B6473ADB}"/>
              </a:ext>
            </a:extLst>
          </p:cNvPr>
          <p:cNvSpPr txBox="1"/>
          <p:nvPr/>
        </p:nvSpPr>
        <p:spPr>
          <a:xfrm>
            <a:off x="5813809" y="2321423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6" name="直线箭头连接符 1115">
            <a:extLst>
              <a:ext uri="{FF2B5EF4-FFF2-40B4-BE49-F238E27FC236}">
                <a16:creationId xmlns:a16="http://schemas.microsoft.com/office/drawing/2014/main" id="{A452F326-A0B3-492A-77E7-F6FEF4D99E5F}"/>
              </a:ext>
            </a:extLst>
          </p:cNvPr>
          <p:cNvCxnSpPr>
            <a:cxnSpLocks/>
          </p:cNvCxnSpPr>
          <p:nvPr/>
        </p:nvCxnSpPr>
        <p:spPr>
          <a:xfrm>
            <a:off x="3196223" y="4272862"/>
            <a:ext cx="0" cy="324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7" name="椭圆 1116">
            <a:extLst>
              <a:ext uri="{FF2B5EF4-FFF2-40B4-BE49-F238E27FC236}">
                <a16:creationId xmlns:a16="http://schemas.microsoft.com/office/drawing/2014/main" id="{5EC351AA-FFBB-FFD7-4557-616EFD04B29A}"/>
              </a:ext>
            </a:extLst>
          </p:cNvPr>
          <p:cNvSpPr/>
          <p:nvPr/>
        </p:nvSpPr>
        <p:spPr>
          <a:xfrm>
            <a:off x="2774511" y="4599054"/>
            <a:ext cx="843423" cy="391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kumimoji="1" lang="zh-CN" alt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2E3EF4-8CCA-C6DE-9051-89F01F14E84F}"/>
              </a:ext>
            </a:extLst>
          </p:cNvPr>
          <p:cNvSpPr/>
          <p:nvPr/>
        </p:nvSpPr>
        <p:spPr>
          <a:xfrm>
            <a:off x="2220254" y="3069084"/>
            <a:ext cx="1962179" cy="30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Wait 5 seconds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0E81F85-E6DA-243F-05C0-F6025CB9300D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>
            <a:off x="3201343" y="1156369"/>
            <a:ext cx="1" cy="310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6F1D6731-214E-6F25-F4FA-F6E0D5B24DA4}"/>
              </a:ext>
            </a:extLst>
          </p:cNvPr>
          <p:cNvCxnSpPr>
            <a:cxnSpLocks/>
            <a:stCxn id="37" idx="2"/>
            <a:endCxn id="55" idx="0"/>
          </p:cNvCxnSpPr>
          <p:nvPr/>
        </p:nvCxnSpPr>
        <p:spPr>
          <a:xfrm flipH="1">
            <a:off x="3201343" y="1774808"/>
            <a:ext cx="1" cy="310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87DA7C1-C0C5-896C-2847-371CC14A3FB0}"/>
              </a:ext>
            </a:extLst>
          </p:cNvPr>
          <p:cNvSpPr txBox="1"/>
          <p:nvPr/>
        </p:nvSpPr>
        <p:spPr>
          <a:xfrm>
            <a:off x="3236069" y="428578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FC6B733-493B-D0F1-C566-0F3E668DC963}"/>
              </a:ext>
            </a:extLst>
          </p:cNvPr>
          <p:cNvCxnSpPr>
            <a:cxnSpLocks/>
            <a:stCxn id="55" idx="2"/>
            <a:endCxn id="2" idx="0"/>
          </p:cNvCxnSpPr>
          <p:nvPr/>
        </p:nvCxnSpPr>
        <p:spPr>
          <a:xfrm>
            <a:off x="3201343" y="2758820"/>
            <a:ext cx="1" cy="310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E8666218-79F6-4841-4251-86EEF4981A82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526650" y="3223171"/>
            <a:ext cx="69360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E9324A90-4CDC-AFFD-704B-5A59D80BF522}"/>
              </a:ext>
            </a:extLst>
          </p:cNvPr>
          <p:cNvCxnSpPr>
            <a:cxnSpLocks/>
          </p:cNvCxnSpPr>
          <p:nvPr/>
        </p:nvCxnSpPr>
        <p:spPr>
          <a:xfrm flipV="1">
            <a:off x="1526650" y="2421946"/>
            <a:ext cx="0" cy="801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5FF432D-9D73-C085-63C5-973D764111A4}"/>
              </a:ext>
            </a:extLst>
          </p:cNvPr>
          <p:cNvCxnSpPr>
            <a:endCxn id="55" idx="1"/>
          </p:cNvCxnSpPr>
          <p:nvPr/>
        </p:nvCxnSpPr>
        <p:spPr>
          <a:xfrm>
            <a:off x="1526650" y="2421946"/>
            <a:ext cx="6936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5297A93-E268-B1DC-C8C5-1B9EC8F3D614}"/>
              </a:ext>
            </a:extLst>
          </p:cNvPr>
          <p:cNvSpPr txBox="1"/>
          <p:nvPr/>
        </p:nvSpPr>
        <p:spPr>
          <a:xfrm>
            <a:off x="576044" y="2684059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Cards remain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8" name="Google Shape;1148;p55"/>
          <p:cNvGrpSpPr/>
          <p:nvPr/>
        </p:nvGrpSpPr>
        <p:grpSpPr>
          <a:xfrm>
            <a:off x="6684971" y="-644076"/>
            <a:ext cx="2639795" cy="1853191"/>
            <a:chOff x="6684971" y="-644076"/>
            <a:chExt cx="2639795" cy="1853191"/>
          </a:xfrm>
        </p:grpSpPr>
        <p:grpSp>
          <p:nvGrpSpPr>
            <p:cNvPr id="1149" name="Google Shape;1149;p55"/>
            <p:cNvGrpSpPr/>
            <p:nvPr/>
          </p:nvGrpSpPr>
          <p:grpSpPr>
            <a:xfrm>
              <a:off x="8521968" y="406316"/>
              <a:ext cx="802799" cy="802799"/>
              <a:chOff x="353675" y="3417700"/>
              <a:chExt cx="527775" cy="527775"/>
            </a:xfrm>
          </p:grpSpPr>
          <p:sp>
            <p:nvSpPr>
              <p:cNvPr id="1150" name="Google Shape;1150;p55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5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5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5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5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5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5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5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5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5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5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5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55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55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55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5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5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5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5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55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55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5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5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5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5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55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55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55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55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55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55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55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55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55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55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55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55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55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55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55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55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55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55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55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55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55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55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7" name="Google Shape;1197;p55"/>
            <p:cNvSpPr/>
            <p:nvPr/>
          </p:nvSpPr>
          <p:spPr>
            <a:xfrm>
              <a:off x="8855269" y="739802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5"/>
            <p:cNvSpPr/>
            <p:nvPr/>
          </p:nvSpPr>
          <p:spPr>
            <a:xfrm>
              <a:off x="7398500" y="69603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9" name="Google Shape;1199;p55"/>
            <p:cNvGrpSpPr/>
            <p:nvPr/>
          </p:nvGrpSpPr>
          <p:grpSpPr>
            <a:xfrm>
              <a:off x="6684971" y="-644076"/>
              <a:ext cx="1511958" cy="1511958"/>
              <a:chOff x="4529425" y="1609825"/>
              <a:chExt cx="913625" cy="913625"/>
            </a:xfrm>
          </p:grpSpPr>
          <p:sp>
            <p:nvSpPr>
              <p:cNvPr id="1200" name="Google Shape;1200;p55"/>
              <p:cNvSpPr/>
              <p:nvPr/>
            </p:nvSpPr>
            <p:spPr>
              <a:xfrm>
                <a:off x="4529425" y="1609825"/>
                <a:ext cx="913625" cy="913625"/>
              </a:xfrm>
              <a:custGeom>
                <a:avLst/>
                <a:gdLst/>
                <a:ahLst/>
                <a:cxnLst/>
                <a:rect l="l" t="t" r="r" b="b"/>
                <a:pathLst>
                  <a:path w="36545" h="36545" extrusionOk="0">
                    <a:moveTo>
                      <a:pt x="18246" y="1"/>
                    </a:moveTo>
                    <a:lnTo>
                      <a:pt x="18246" y="377"/>
                    </a:lnTo>
                    <a:lnTo>
                      <a:pt x="18273" y="377"/>
                    </a:lnTo>
                    <a:cubicBezTo>
                      <a:pt x="18451" y="377"/>
                      <a:pt x="18629" y="381"/>
                      <a:pt x="18808" y="386"/>
                    </a:cubicBezTo>
                    <a:lnTo>
                      <a:pt x="18819" y="7"/>
                    </a:lnTo>
                    <a:cubicBezTo>
                      <a:pt x="18638" y="2"/>
                      <a:pt x="18456" y="1"/>
                      <a:pt x="18273" y="1"/>
                    </a:cubicBezTo>
                    <a:close/>
                    <a:moveTo>
                      <a:pt x="15956" y="146"/>
                    </a:moveTo>
                    <a:cubicBezTo>
                      <a:pt x="15766" y="169"/>
                      <a:pt x="15576" y="197"/>
                      <a:pt x="15388" y="227"/>
                    </a:cubicBezTo>
                    <a:lnTo>
                      <a:pt x="15447" y="600"/>
                    </a:lnTo>
                    <a:lnTo>
                      <a:pt x="15447" y="599"/>
                    </a:lnTo>
                    <a:cubicBezTo>
                      <a:pt x="15633" y="571"/>
                      <a:pt x="15818" y="544"/>
                      <a:pt x="16004" y="519"/>
                    </a:cubicBezTo>
                    <a:lnTo>
                      <a:pt x="15956" y="146"/>
                    </a:lnTo>
                    <a:close/>
                    <a:moveTo>
                      <a:pt x="21103" y="219"/>
                    </a:moveTo>
                    <a:lnTo>
                      <a:pt x="21045" y="592"/>
                    </a:lnTo>
                    <a:cubicBezTo>
                      <a:pt x="21231" y="620"/>
                      <a:pt x="21414" y="651"/>
                      <a:pt x="21598" y="686"/>
                    </a:cubicBezTo>
                    <a:lnTo>
                      <a:pt x="21598" y="686"/>
                    </a:lnTo>
                    <a:lnTo>
                      <a:pt x="21669" y="316"/>
                    </a:lnTo>
                    <a:cubicBezTo>
                      <a:pt x="21481" y="280"/>
                      <a:pt x="21293" y="248"/>
                      <a:pt x="21103" y="219"/>
                    </a:cubicBezTo>
                    <a:close/>
                    <a:moveTo>
                      <a:pt x="21598" y="686"/>
                    </a:moveTo>
                    <a:lnTo>
                      <a:pt x="21598" y="686"/>
                    </a:lnTo>
                    <a:lnTo>
                      <a:pt x="21600" y="686"/>
                    </a:lnTo>
                    <a:cubicBezTo>
                      <a:pt x="21599" y="686"/>
                      <a:pt x="21599" y="686"/>
                      <a:pt x="21598" y="686"/>
                    </a:cubicBezTo>
                    <a:close/>
                    <a:moveTo>
                      <a:pt x="13149" y="727"/>
                    </a:moveTo>
                    <a:cubicBezTo>
                      <a:pt x="12966" y="782"/>
                      <a:pt x="12783" y="838"/>
                      <a:pt x="12601" y="898"/>
                    </a:cubicBezTo>
                    <a:lnTo>
                      <a:pt x="12718" y="1256"/>
                    </a:lnTo>
                    <a:cubicBezTo>
                      <a:pt x="12897" y="1198"/>
                      <a:pt x="13075" y="1144"/>
                      <a:pt x="13255" y="1091"/>
                    </a:cubicBezTo>
                    <a:lnTo>
                      <a:pt x="13149" y="727"/>
                    </a:lnTo>
                    <a:close/>
                    <a:moveTo>
                      <a:pt x="23893" y="881"/>
                    </a:moveTo>
                    <a:lnTo>
                      <a:pt x="23776" y="1240"/>
                    </a:lnTo>
                    <a:cubicBezTo>
                      <a:pt x="23956" y="1297"/>
                      <a:pt x="24132" y="1359"/>
                      <a:pt x="24309" y="1421"/>
                    </a:cubicBezTo>
                    <a:lnTo>
                      <a:pt x="24309" y="1423"/>
                    </a:lnTo>
                    <a:lnTo>
                      <a:pt x="24438" y="1066"/>
                    </a:lnTo>
                    <a:cubicBezTo>
                      <a:pt x="24256" y="1002"/>
                      <a:pt x="24075" y="941"/>
                      <a:pt x="23893" y="881"/>
                    </a:cubicBezTo>
                    <a:close/>
                    <a:moveTo>
                      <a:pt x="10470" y="1745"/>
                    </a:moveTo>
                    <a:cubicBezTo>
                      <a:pt x="10296" y="1828"/>
                      <a:pt x="10124" y="1912"/>
                      <a:pt x="9956" y="1998"/>
                    </a:cubicBezTo>
                    <a:lnTo>
                      <a:pt x="10128" y="2335"/>
                    </a:lnTo>
                    <a:cubicBezTo>
                      <a:pt x="10295" y="2249"/>
                      <a:pt x="10462" y="2166"/>
                      <a:pt x="10632" y="2087"/>
                    </a:cubicBezTo>
                    <a:lnTo>
                      <a:pt x="10470" y="1745"/>
                    </a:lnTo>
                    <a:close/>
                    <a:moveTo>
                      <a:pt x="26544" y="1976"/>
                    </a:moveTo>
                    <a:lnTo>
                      <a:pt x="26373" y="2312"/>
                    </a:lnTo>
                    <a:cubicBezTo>
                      <a:pt x="26541" y="2398"/>
                      <a:pt x="26706" y="2485"/>
                      <a:pt x="26872" y="2576"/>
                    </a:cubicBezTo>
                    <a:lnTo>
                      <a:pt x="27053" y="2244"/>
                    </a:lnTo>
                    <a:cubicBezTo>
                      <a:pt x="26885" y="2153"/>
                      <a:pt x="26716" y="2062"/>
                      <a:pt x="26544" y="1976"/>
                    </a:cubicBezTo>
                    <a:close/>
                    <a:moveTo>
                      <a:pt x="7985" y="3169"/>
                    </a:moveTo>
                    <a:cubicBezTo>
                      <a:pt x="7826" y="3278"/>
                      <a:pt x="7669" y="3387"/>
                      <a:pt x="7516" y="3500"/>
                    </a:cubicBezTo>
                    <a:lnTo>
                      <a:pt x="7739" y="3805"/>
                    </a:lnTo>
                    <a:cubicBezTo>
                      <a:pt x="7889" y="3695"/>
                      <a:pt x="8043" y="3587"/>
                      <a:pt x="8197" y="3481"/>
                    </a:cubicBezTo>
                    <a:lnTo>
                      <a:pt x="7985" y="3169"/>
                    </a:lnTo>
                    <a:close/>
                    <a:moveTo>
                      <a:pt x="28991" y="3473"/>
                    </a:moveTo>
                    <a:lnTo>
                      <a:pt x="28770" y="3779"/>
                    </a:lnTo>
                    <a:cubicBezTo>
                      <a:pt x="28922" y="3890"/>
                      <a:pt x="29072" y="4002"/>
                      <a:pt x="29219" y="4116"/>
                    </a:cubicBezTo>
                    <a:lnTo>
                      <a:pt x="29450" y="3819"/>
                    </a:lnTo>
                    <a:cubicBezTo>
                      <a:pt x="29300" y="3701"/>
                      <a:pt x="29147" y="3586"/>
                      <a:pt x="28991" y="3473"/>
                    </a:cubicBezTo>
                    <a:close/>
                    <a:moveTo>
                      <a:pt x="5751" y="4965"/>
                    </a:moveTo>
                    <a:cubicBezTo>
                      <a:pt x="5611" y="5096"/>
                      <a:pt x="5474" y="5229"/>
                      <a:pt x="5340" y="5365"/>
                    </a:cubicBezTo>
                    <a:lnTo>
                      <a:pt x="5607" y="5632"/>
                    </a:lnTo>
                    <a:lnTo>
                      <a:pt x="5607" y="5632"/>
                    </a:lnTo>
                    <a:cubicBezTo>
                      <a:pt x="5740" y="5498"/>
                      <a:pt x="5874" y="5368"/>
                      <a:pt x="6009" y="5239"/>
                    </a:cubicBezTo>
                    <a:lnTo>
                      <a:pt x="5751" y="4965"/>
                    </a:lnTo>
                    <a:close/>
                    <a:moveTo>
                      <a:pt x="5607" y="5632"/>
                    </a:moveTo>
                    <a:lnTo>
                      <a:pt x="5607" y="5632"/>
                    </a:lnTo>
                    <a:cubicBezTo>
                      <a:pt x="5607" y="5632"/>
                      <a:pt x="5606" y="5632"/>
                      <a:pt x="5606" y="5633"/>
                    </a:cubicBezTo>
                    <a:lnTo>
                      <a:pt x="5608" y="5633"/>
                    </a:lnTo>
                    <a:lnTo>
                      <a:pt x="5607" y="5632"/>
                    </a:lnTo>
                    <a:close/>
                    <a:moveTo>
                      <a:pt x="31174" y="5333"/>
                    </a:moveTo>
                    <a:lnTo>
                      <a:pt x="30908" y="5601"/>
                    </a:lnTo>
                    <a:cubicBezTo>
                      <a:pt x="31040" y="5733"/>
                      <a:pt x="31170" y="5867"/>
                      <a:pt x="31299" y="6003"/>
                    </a:cubicBezTo>
                    <a:lnTo>
                      <a:pt x="31573" y="5745"/>
                    </a:lnTo>
                    <a:cubicBezTo>
                      <a:pt x="31443" y="5604"/>
                      <a:pt x="31309" y="5467"/>
                      <a:pt x="31174" y="5333"/>
                    </a:cubicBezTo>
                    <a:close/>
                    <a:moveTo>
                      <a:pt x="3823" y="7086"/>
                    </a:moveTo>
                    <a:cubicBezTo>
                      <a:pt x="3706" y="7238"/>
                      <a:pt x="3591" y="7390"/>
                      <a:pt x="3478" y="7546"/>
                    </a:cubicBezTo>
                    <a:lnTo>
                      <a:pt x="3784" y="7769"/>
                    </a:lnTo>
                    <a:cubicBezTo>
                      <a:pt x="3895" y="7617"/>
                      <a:pt x="4007" y="7466"/>
                      <a:pt x="4122" y="7318"/>
                    </a:cubicBezTo>
                    <a:lnTo>
                      <a:pt x="3823" y="7086"/>
                    </a:lnTo>
                    <a:close/>
                    <a:moveTo>
                      <a:pt x="33039" y="7509"/>
                    </a:moveTo>
                    <a:lnTo>
                      <a:pt x="32735" y="7732"/>
                    </a:lnTo>
                    <a:cubicBezTo>
                      <a:pt x="32844" y="7883"/>
                      <a:pt x="32953" y="8035"/>
                      <a:pt x="33059" y="8190"/>
                    </a:cubicBezTo>
                    <a:lnTo>
                      <a:pt x="33369" y="7977"/>
                    </a:lnTo>
                    <a:cubicBezTo>
                      <a:pt x="33262" y="7820"/>
                      <a:pt x="33153" y="7663"/>
                      <a:pt x="33039" y="7509"/>
                    </a:cubicBezTo>
                    <a:close/>
                    <a:moveTo>
                      <a:pt x="2249" y="9483"/>
                    </a:moveTo>
                    <a:cubicBezTo>
                      <a:pt x="2157" y="9652"/>
                      <a:pt x="2067" y="9821"/>
                      <a:pt x="1980" y="9992"/>
                    </a:cubicBezTo>
                    <a:lnTo>
                      <a:pt x="2317" y="10162"/>
                    </a:lnTo>
                    <a:cubicBezTo>
                      <a:pt x="2403" y="9996"/>
                      <a:pt x="2490" y="9830"/>
                      <a:pt x="2581" y="9665"/>
                    </a:cubicBezTo>
                    <a:lnTo>
                      <a:pt x="2249" y="9483"/>
                    </a:lnTo>
                    <a:close/>
                    <a:moveTo>
                      <a:pt x="34542" y="9948"/>
                    </a:moveTo>
                    <a:lnTo>
                      <a:pt x="34205" y="10120"/>
                    </a:lnTo>
                    <a:cubicBezTo>
                      <a:pt x="34291" y="10286"/>
                      <a:pt x="34374" y="10453"/>
                      <a:pt x="34453" y="10623"/>
                    </a:cubicBezTo>
                    <a:lnTo>
                      <a:pt x="34795" y="10462"/>
                    </a:lnTo>
                    <a:cubicBezTo>
                      <a:pt x="34714" y="10288"/>
                      <a:pt x="34630" y="10118"/>
                      <a:pt x="34542" y="9948"/>
                    </a:cubicBezTo>
                    <a:close/>
                    <a:moveTo>
                      <a:pt x="1069" y="12099"/>
                    </a:moveTo>
                    <a:cubicBezTo>
                      <a:pt x="1005" y="12279"/>
                      <a:pt x="942" y="12461"/>
                      <a:pt x="884" y="12644"/>
                    </a:cubicBezTo>
                    <a:lnTo>
                      <a:pt x="1243" y="12760"/>
                    </a:lnTo>
                    <a:cubicBezTo>
                      <a:pt x="1301" y="12581"/>
                      <a:pt x="1362" y="12403"/>
                      <a:pt x="1425" y="12226"/>
                    </a:cubicBezTo>
                    <a:lnTo>
                      <a:pt x="1069" y="12099"/>
                    </a:lnTo>
                    <a:close/>
                    <a:moveTo>
                      <a:pt x="35644" y="12593"/>
                    </a:moveTo>
                    <a:lnTo>
                      <a:pt x="35286" y="12710"/>
                    </a:lnTo>
                    <a:cubicBezTo>
                      <a:pt x="35343" y="12887"/>
                      <a:pt x="35398" y="13067"/>
                      <a:pt x="35451" y="13247"/>
                    </a:cubicBezTo>
                    <a:lnTo>
                      <a:pt x="35814" y="13141"/>
                    </a:lnTo>
                    <a:cubicBezTo>
                      <a:pt x="35760" y="12956"/>
                      <a:pt x="35704" y="12774"/>
                      <a:pt x="35644" y="12593"/>
                    </a:cubicBezTo>
                    <a:close/>
                    <a:moveTo>
                      <a:pt x="318" y="14868"/>
                    </a:moveTo>
                    <a:cubicBezTo>
                      <a:pt x="281" y="15054"/>
                      <a:pt x="248" y="15243"/>
                      <a:pt x="220" y="15433"/>
                    </a:cubicBezTo>
                    <a:lnTo>
                      <a:pt x="594" y="15490"/>
                    </a:lnTo>
                    <a:cubicBezTo>
                      <a:pt x="622" y="15305"/>
                      <a:pt x="653" y="15120"/>
                      <a:pt x="688" y="14937"/>
                    </a:cubicBezTo>
                    <a:lnTo>
                      <a:pt x="318" y="14868"/>
                    </a:lnTo>
                    <a:close/>
                    <a:moveTo>
                      <a:pt x="36317" y="15380"/>
                    </a:moveTo>
                    <a:lnTo>
                      <a:pt x="35943" y="15439"/>
                    </a:lnTo>
                    <a:cubicBezTo>
                      <a:pt x="35973" y="15623"/>
                      <a:pt x="35999" y="15809"/>
                      <a:pt x="36022" y="15994"/>
                    </a:cubicBezTo>
                    <a:lnTo>
                      <a:pt x="36397" y="15946"/>
                    </a:lnTo>
                    <a:cubicBezTo>
                      <a:pt x="36374" y="15756"/>
                      <a:pt x="36346" y="15568"/>
                      <a:pt x="36317" y="15380"/>
                    </a:cubicBezTo>
                    <a:close/>
                    <a:moveTo>
                      <a:pt x="9" y="17716"/>
                    </a:moveTo>
                    <a:cubicBezTo>
                      <a:pt x="2" y="17901"/>
                      <a:pt x="1" y="18086"/>
                      <a:pt x="1" y="18273"/>
                    </a:cubicBezTo>
                    <a:lnTo>
                      <a:pt x="1" y="18291"/>
                    </a:lnTo>
                    <a:lnTo>
                      <a:pt x="379" y="18273"/>
                    </a:lnTo>
                    <a:cubicBezTo>
                      <a:pt x="379" y="18091"/>
                      <a:pt x="381" y="17909"/>
                      <a:pt x="385" y="17727"/>
                    </a:cubicBezTo>
                    <a:lnTo>
                      <a:pt x="9" y="17716"/>
                    </a:lnTo>
                    <a:close/>
                    <a:moveTo>
                      <a:pt x="36166" y="18236"/>
                    </a:moveTo>
                    <a:lnTo>
                      <a:pt x="36166" y="18273"/>
                    </a:lnTo>
                    <a:cubicBezTo>
                      <a:pt x="36166" y="18461"/>
                      <a:pt x="36163" y="18648"/>
                      <a:pt x="36158" y="18834"/>
                    </a:cubicBezTo>
                    <a:lnTo>
                      <a:pt x="36536" y="18846"/>
                    </a:lnTo>
                    <a:cubicBezTo>
                      <a:pt x="36541" y="18656"/>
                      <a:pt x="36545" y="18464"/>
                      <a:pt x="36545" y="18271"/>
                    </a:cubicBezTo>
                    <a:lnTo>
                      <a:pt x="36545" y="18236"/>
                    </a:lnTo>
                    <a:close/>
                    <a:moveTo>
                      <a:pt x="519" y="20533"/>
                    </a:moveTo>
                    <a:lnTo>
                      <a:pt x="144" y="20579"/>
                    </a:lnTo>
                    <a:cubicBezTo>
                      <a:pt x="169" y="20770"/>
                      <a:pt x="195" y="20959"/>
                      <a:pt x="225" y="21147"/>
                    </a:cubicBezTo>
                    <a:lnTo>
                      <a:pt x="599" y="21089"/>
                    </a:lnTo>
                    <a:cubicBezTo>
                      <a:pt x="569" y="20904"/>
                      <a:pt x="542" y="20718"/>
                      <a:pt x="519" y="20533"/>
                    </a:cubicBezTo>
                    <a:close/>
                    <a:moveTo>
                      <a:pt x="35950" y="21071"/>
                    </a:moveTo>
                    <a:cubicBezTo>
                      <a:pt x="35920" y="21256"/>
                      <a:pt x="35889" y="21441"/>
                      <a:pt x="35852" y="21625"/>
                    </a:cubicBezTo>
                    <a:lnTo>
                      <a:pt x="36224" y="21696"/>
                    </a:lnTo>
                    <a:cubicBezTo>
                      <a:pt x="36260" y="21507"/>
                      <a:pt x="36292" y="21319"/>
                      <a:pt x="36321" y="21129"/>
                    </a:cubicBezTo>
                    <a:lnTo>
                      <a:pt x="35950" y="21071"/>
                    </a:lnTo>
                    <a:close/>
                    <a:moveTo>
                      <a:pt x="1089" y="23282"/>
                    </a:moveTo>
                    <a:lnTo>
                      <a:pt x="726" y="23386"/>
                    </a:lnTo>
                    <a:cubicBezTo>
                      <a:pt x="779" y="23571"/>
                      <a:pt x="837" y="23754"/>
                      <a:pt x="894" y="23934"/>
                    </a:cubicBezTo>
                    <a:lnTo>
                      <a:pt x="1254" y="23819"/>
                    </a:lnTo>
                    <a:cubicBezTo>
                      <a:pt x="1197" y="23640"/>
                      <a:pt x="1140" y="23462"/>
                      <a:pt x="1089" y="23282"/>
                    </a:cubicBezTo>
                    <a:close/>
                    <a:moveTo>
                      <a:pt x="35296" y="23800"/>
                    </a:moveTo>
                    <a:cubicBezTo>
                      <a:pt x="35238" y="23980"/>
                      <a:pt x="35177" y="24159"/>
                      <a:pt x="35114" y="24336"/>
                    </a:cubicBezTo>
                    <a:lnTo>
                      <a:pt x="35469" y="24463"/>
                    </a:lnTo>
                    <a:cubicBezTo>
                      <a:pt x="35533" y="24283"/>
                      <a:pt x="35596" y="24101"/>
                      <a:pt x="35656" y="23918"/>
                    </a:cubicBezTo>
                    <a:lnTo>
                      <a:pt x="35296" y="23800"/>
                    </a:lnTo>
                    <a:close/>
                    <a:moveTo>
                      <a:pt x="2084" y="25905"/>
                    </a:moveTo>
                    <a:lnTo>
                      <a:pt x="1742" y="26067"/>
                    </a:lnTo>
                    <a:cubicBezTo>
                      <a:pt x="1823" y="26241"/>
                      <a:pt x="1907" y="26411"/>
                      <a:pt x="1995" y="26581"/>
                    </a:cubicBezTo>
                    <a:lnTo>
                      <a:pt x="2332" y="26409"/>
                    </a:lnTo>
                    <a:cubicBezTo>
                      <a:pt x="2246" y="26242"/>
                      <a:pt x="2163" y="26075"/>
                      <a:pt x="2084" y="25905"/>
                    </a:cubicBezTo>
                    <a:close/>
                    <a:moveTo>
                      <a:pt x="34220" y="26397"/>
                    </a:moveTo>
                    <a:cubicBezTo>
                      <a:pt x="34134" y="26564"/>
                      <a:pt x="34047" y="26730"/>
                      <a:pt x="33956" y="26895"/>
                    </a:cubicBezTo>
                    <a:lnTo>
                      <a:pt x="34288" y="27076"/>
                    </a:lnTo>
                    <a:cubicBezTo>
                      <a:pt x="34380" y="26910"/>
                      <a:pt x="34470" y="26739"/>
                      <a:pt x="34557" y="26569"/>
                    </a:cubicBezTo>
                    <a:lnTo>
                      <a:pt x="34220" y="26397"/>
                    </a:lnTo>
                    <a:close/>
                    <a:moveTo>
                      <a:pt x="3477" y="28340"/>
                    </a:moveTo>
                    <a:lnTo>
                      <a:pt x="3164" y="28553"/>
                    </a:lnTo>
                    <a:cubicBezTo>
                      <a:pt x="3272" y="28710"/>
                      <a:pt x="3382" y="28867"/>
                      <a:pt x="3495" y="29021"/>
                    </a:cubicBezTo>
                    <a:lnTo>
                      <a:pt x="3800" y="28800"/>
                    </a:lnTo>
                    <a:cubicBezTo>
                      <a:pt x="3690" y="28648"/>
                      <a:pt x="3582" y="28494"/>
                      <a:pt x="3477" y="28340"/>
                    </a:cubicBezTo>
                    <a:close/>
                    <a:moveTo>
                      <a:pt x="32750" y="28791"/>
                    </a:moveTo>
                    <a:cubicBezTo>
                      <a:pt x="32639" y="28943"/>
                      <a:pt x="32527" y="29092"/>
                      <a:pt x="32413" y="29241"/>
                    </a:cubicBezTo>
                    <a:lnTo>
                      <a:pt x="32710" y="29472"/>
                    </a:lnTo>
                    <a:cubicBezTo>
                      <a:pt x="32827" y="29322"/>
                      <a:pt x="32943" y="29168"/>
                      <a:pt x="33055" y="29013"/>
                    </a:cubicBezTo>
                    <a:lnTo>
                      <a:pt x="32750" y="28791"/>
                    </a:lnTo>
                    <a:close/>
                    <a:moveTo>
                      <a:pt x="5234" y="30528"/>
                    </a:moveTo>
                    <a:lnTo>
                      <a:pt x="4958" y="30787"/>
                    </a:lnTo>
                    <a:cubicBezTo>
                      <a:pt x="5091" y="30926"/>
                      <a:pt x="5223" y="31065"/>
                      <a:pt x="5358" y="31198"/>
                    </a:cubicBezTo>
                    <a:lnTo>
                      <a:pt x="5626" y="30931"/>
                    </a:lnTo>
                    <a:cubicBezTo>
                      <a:pt x="5494" y="30799"/>
                      <a:pt x="5363" y="30665"/>
                      <a:pt x="5234" y="30528"/>
                    </a:cubicBezTo>
                    <a:close/>
                    <a:moveTo>
                      <a:pt x="30926" y="30926"/>
                    </a:moveTo>
                    <a:cubicBezTo>
                      <a:pt x="30794" y="31058"/>
                      <a:pt x="30658" y="31188"/>
                      <a:pt x="30523" y="31316"/>
                    </a:cubicBezTo>
                    <a:lnTo>
                      <a:pt x="30780" y="31592"/>
                    </a:lnTo>
                    <a:cubicBezTo>
                      <a:pt x="30921" y="31461"/>
                      <a:pt x="31058" y="31327"/>
                      <a:pt x="31193" y="31192"/>
                    </a:cubicBezTo>
                    <a:lnTo>
                      <a:pt x="30926" y="30926"/>
                    </a:lnTo>
                    <a:close/>
                    <a:moveTo>
                      <a:pt x="7311" y="32418"/>
                    </a:moveTo>
                    <a:lnTo>
                      <a:pt x="7080" y="32715"/>
                    </a:lnTo>
                    <a:cubicBezTo>
                      <a:pt x="7230" y="32834"/>
                      <a:pt x="7384" y="32948"/>
                      <a:pt x="7539" y="33060"/>
                    </a:cubicBezTo>
                    <a:lnTo>
                      <a:pt x="7760" y="32755"/>
                    </a:lnTo>
                    <a:cubicBezTo>
                      <a:pt x="7608" y="32644"/>
                      <a:pt x="7460" y="32532"/>
                      <a:pt x="7311" y="32418"/>
                    </a:cubicBezTo>
                    <a:close/>
                    <a:moveTo>
                      <a:pt x="28791" y="32750"/>
                    </a:moveTo>
                    <a:cubicBezTo>
                      <a:pt x="28641" y="32859"/>
                      <a:pt x="28487" y="32968"/>
                      <a:pt x="28332" y="33073"/>
                    </a:cubicBezTo>
                    <a:lnTo>
                      <a:pt x="28545" y="33384"/>
                    </a:lnTo>
                    <a:cubicBezTo>
                      <a:pt x="28704" y="33277"/>
                      <a:pt x="28861" y="33168"/>
                      <a:pt x="29014" y="33055"/>
                    </a:cubicBezTo>
                    <a:lnTo>
                      <a:pt x="28791" y="32750"/>
                    </a:lnTo>
                    <a:close/>
                    <a:moveTo>
                      <a:pt x="9659" y="33961"/>
                    </a:moveTo>
                    <a:lnTo>
                      <a:pt x="9475" y="34291"/>
                    </a:lnTo>
                    <a:cubicBezTo>
                      <a:pt x="9644" y="34384"/>
                      <a:pt x="9812" y="34473"/>
                      <a:pt x="9984" y="34560"/>
                    </a:cubicBezTo>
                    <a:lnTo>
                      <a:pt x="10156" y="34223"/>
                    </a:lnTo>
                    <a:cubicBezTo>
                      <a:pt x="9987" y="34139"/>
                      <a:pt x="9822" y="34052"/>
                      <a:pt x="9659" y="33961"/>
                    </a:cubicBezTo>
                    <a:close/>
                    <a:moveTo>
                      <a:pt x="26401" y="34218"/>
                    </a:moveTo>
                    <a:cubicBezTo>
                      <a:pt x="26236" y="34303"/>
                      <a:pt x="26067" y="34385"/>
                      <a:pt x="25899" y="34465"/>
                    </a:cubicBezTo>
                    <a:lnTo>
                      <a:pt x="26059" y="34807"/>
                    </a:lnTo>
                    <a:cubicBezTo>
                      <a:pt x="26232" y="34726"/>
                      <a:pt x="26404" y="34641"/>
                      <a:pt x="26573" y="34554"/>
                    </a:cubicBezTo>
                    <a:lnTo>
                      <a:pt x="26401" y="34218"/>
                    </a:lnTo>
                    <a:close/>
                    <a:moveTo>
                      <a:pt x="12219" y="35117"/>
                    </a:moveTo>
                    <a:lnTo>
                      <a:pt x="12090" y="35472"/>
                    </a:lnTo>
                    <a:cubicBezTo>
                      <a:pt x="12271" y="35537"/>
                      <a:pt x="12452" y="35600"/>
                      <a:pt x="12636" y="35659"/>
                    </a:cubicBezTo>
                    <a:lnTo>
                      <a:pt x="12753" y="35299"/>
                    </a:lnTo>
                    <a:cubicBezTo>
                      <a:pt x="12573" y="35241"/>
                      <a:pt x="12396" y="35180"/>
                      <a:pt x="12219" y="35117"/>
                    </a:cubicBezTo>
                    <a:close/>
                    <a:moveTo>
                      <a:pt x="23810" y="35294"/>
                    </a:moveTo>
                    <a:cubicBezTo>
                      <a:pt x="23632" y="35352"/>
                      <a:pt x="23453" y="35406"/>
                      <a:pt x="23273" y="35459"/>
                    </a:cubicBezTo>
                    <a:lnTo>
                      <a:pt x="23377" y="35823"/>
                    </a:lnTo>
                    <a:lnTo>
                      <a:pt x="23377" y="35821"/>
                    </a:lnTo>
                    <a:cubicBezTo>
                      <a:pt x="23562" y="35768"/>
                      <a:pt x="23744" y="35712"/>
                      <a:pt x="23926" y="35652"/>
                    </a:cubicBezTo>
                    <a:lnTo>
                      <a:pt x="23810" y="35294"/>
                    </a:lnTo>
                    <a:close/>
                    <a:moveTo>
                      <a:pt x="14929" y="35854"/>
                    </a:moveTo>
                    <a:lnTo>
                      <a:pt x="14859" y="36226"/>
                    </a:lnTo>
                    <a:cubicBezTo>
                      <a:pt x="15046" y="36262"/>
                      <a:pt x="15234" y="36293"/>
                      <a:pt x="15424" y="36323"/>
                    </a:cubicBezTo>
                    <a:lnTo>
                      <a:pt x="15482" y="35950"/>
                    </a:lnTo>
                    <a:cubicBezTo>
                      <a:pt x="15297" y="35922"/>
                      <a:pt x="15112" y="35889"/>
                      <a:pt x="14929" y="35854"/>
                    </a:cubicBezTo>
                    <a:close/>
                    <a:moveTo>
                      <a:pt x="21079" y="35948"/>
                    </a:moveTo>
                    <a:cubicBezTo>
                      <a:pt x="20896" y="35976"/>
                      <a:pt x="20709" y="36003"/>
                      <a:pt x="20523" y="36026"/>
                    </a:cubicBezTo>
                    <a:lnTo>
                      <a:pt x="20571" y="36401"/>
                    </a:lnTo>
                    <a:lnTo>
                      <a:pt x="20571" y="36402"/>
                    </a:lnTo>
                    <a:cubicBezTo>
                      <a:pt x="20761" y="36378"/>
                      <a:pt x="20951" y="36351"/>
                      <a:pt x="21139" y="36321"/>
                    </a:cubicBezTo>
                    <a:lnTo>
                      <a:pt x="21079" y="35948"/>
                    </a:lnTo>
                    <a:close/>
                    <a:moveTo>
                      <a:pt x="17719" y="36158"/>
                    </a:moveTo>
                    <a:lnTo>
                      <a:pt x="17708" y="36536"/>
                    </a:lnTo>
                    <a:cubicBezTo>
                      <a:pt x="17889" y="36541"/>
                      <a:pt x="18073" y="36545"/>
                      <a:pt x="18261" y="36545"/>
                    </a:cubicBezTo>
                    <a:lnTo>
                      <a:pt x="18279" y="36545"/>
                    </a:lnTo>
                    <a:lnTo>
                      <a:pt x="18281" y="36493"/>
                    </a:lnTo>
                    <a:lnTo>
                      <a:pt x="18273" y="36166"/>
                    </a:lnTo>
                    <a:cubicBezTo>
                      <a:pt x="18088" y="36166"/>
                      <a:pt x="17902" y="36165"/>
                      <a:pt x="17719" y="361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55"/>
              <p:cNvSpPr/>
              <p:nvPr/>
            </p:nvSpPr>
            <p:spPr>
              <a:xfrm>
                <a:off x="4685875" y="1766275"/>
                <a:ext cx="600725" cy="600725"/>
              </a:xfrm>
              <a:custGeom>
                <a:avLst/>
                <a:gdLst/>
                <a:ahLst/>
                <a:cxnLst/>
                <a:rect l="l" t="t" r="r" b="b"/>
                <a:pathLst>
                  <a:path w="24029" h="24029" extrusionOk="0">
                    <a:moveTo>
                      <a:pt x="11985" y="1"/>
                    </a:moveTo>
                    <a:lnTo>
                      <a:pt x="11985" y="377"/>
                    </a:lnTo>
                    <a:lnTo>
                      <a:pt x="12015" y="377"/>
                    </a:lnTo>
                    <a:cubicBezTo>
                      <a:pt x="12492" y="377"/>
                      <a:pt x="12973" y="407"/>
                      <a:pt x="13444" y="465"/>
                    </a:cubicBezTo>
                    <a:lnTo>
                      <a:pt x="13488" y="90"/>
                    </a:lnTo>
                    <a:cubicBezTo>
                      <a:pt x="13004" y="30"/>
                      <a:pt x="12509" y="1"/>
                      <a:pt x="12013" y="1"/>
                    </a:cubicBezTo>
                    <a:close/>
                    <a:moveTo>
                      <a:pt x="9735" y="217"/>
                    </a:moveTo>
                    <a:cubicBezTo>
                      <a:pt x="9242" y="311"/>
                      <a:pt x="8750" y="438"/>
                      <a:pt x="8274" y="594"/>
                    </a:cubicBezTo>
                    <a:lnTo>
                      <a:pt x="8392" y="954"/>
                    </a:lnTo>
                    <a:cubicBezTo>
                      <a:pt x="8852" y="802"/>
                      <a:pt x="9328" y="680"/>
                      <a:pt x="9806" y="587"/>
                    </a:cubicBezTo>
                    <a:lnTo>
                      <a:pt x="9735" y="217"/>
                    </a:lnTo>
                    <a:close/>
                    <a:moveTo>
                      <a:pt x="15697" y="576"/>
                    </a:moveTo>
                    <a:lnTo>
                      <a:pt x="15581" y="934"/>
                    </a:lnTo>
                    <a:cubicBezTo>
                      <a:pt x="16042" y="1083"/>
                      <a:pt x="16500" y="1263"/>
                      <a:pt x="16941" y="1469"/>
                    </a:cubicBezTo>
                    <a:lnTo>
                      <a:pt x="17101" y="1127"/>
                    </a:lnTo>
                    <a:cubicBezTo>
                      <a:pt x="16647" y="914"/>
                      <a:pt x="16174" y="729"/>
                      <a:pt x="15697" y="576"/>
                    </a:cubicBezTo>
                    <a:close/>
                    <a:moveTo>
                      <a:pt x="6203" y="1497"/>
                    </a:moveTo>
                    <a:cubicBezTo>
                      <a:pt x="5763" y="1740"/>
                      <a:pt x="5337" y="2013"/>
                      <a:pt x="4932" y="2309"/>
                    </a:cubicBezTo>
                    <a:lnTo>
                      <a:pt x="5155" y="2614"/>
                    </a:lnTo>
                    <a:cubicBezTo>
                      <a:pt x="5547" y="2328"/>
                      <a:pt x="5960" y="2064"/>
                      <a:pt x="6384" y="1828"/>
                    </a:cubicBezTo>
                    <a:lnTo>
                      <a:pt x="6203" y="1497"/>
                    </a:lnTo>
                    <a:close/>
                    <a:moveTo>
                      <a:pt x="19049" y="2274"/>
                    </a:moveTo>
                    <a:lnTo>
                      <a:pt x="18828" y="2580"/>
                    </a:lnTo>
                    <a:cubicBezTo>
                      <a:pt x="19221" y="2864"/>
                      <a:pt x="19599" y="3178"/>
                      <a:pt x="19954" y="3508"/>
                    </a:cubicBezTo>
                    <a:lnTo>
                      <a:pt x="20212" y="3232"/>
                    </a:lnTo>
                    <a:cubicBezTo>
                      <a:pt x="19847" y="2890"/>
                      <a:pt x="19454" y="2568"/>
                      <a:pt x="19049" y="2274"/>
                    </a:cubicBezTo>
                    <a:close/>
                    <a:moveTo>
                      <a:pt x="3240" y="3809"/>
                    </a:moveTo>
                    <a:cubicBezTo>
                      <a:pt x="2897" y="4174"/>
                      <a:pt x="2575" y="4565"/>
                      <a:pt x="2280" y="4972"/>
                    </a:cubicBezTo>
                    <a:lnTo>
                      <a:pt x="2586" y="5193"/>
                    </a:lnTo>
                    <a:cubicBezTo>
                      <a:pt x="2872" y="4800"/>
                      <a:pt x="3184" y="4422"/>
                      <a:pt x="3516" y="4066"/>
                    </a:cubicBezTo>
                    <a:lnTo>
                      <a:pt x="3240" y="3809"/>
                    </a:lnTo>
                    <a:close/>
                    <a:moveTo>
                      <a:pt x="21714" y="4924"/>
                    </a:moveTo>
                    <a:lnTo>
                      <a:pt x="21408" y="5147"/>
                    </a:lnTo>
                    <a:cubicBezTo>
                      <a:pt x="21696" y="5538"/>
                      <a:pt x="21960" y="5951"/>
                      <a:pt x="22196" y="6376"/>
                    </a:cubicBezTo>
                    <a:lnTo>
                      <a:pt x="22527" y="6193"/>
                    </a:lnTo>
                    <a:cubicBezTo>
                      <a:pt x="22282" y="5755"/>
                      <a:pt x="22010" y="5327"/>
                      <a:pt x="21714" y="4924"/>
                    </a:cubicBezTo>
                    <a:close/>
                    <a:moveTo>
                      <a:pt x="1131" y="6918"/>
                    </a:moveTo>
                    <a:cubicBezTo>
                      <a:pt x="918" y="7374"/>
                      <a:pt x="732" y="7846"/>
                      <a:pt x="579" y="8322"/>
                    </a:cubicBezTo>
                    <a:lnTo>
                      <a:pt x="937" y="8438"/>
                    </a:lnTo>
                    <a:lnTo>
                      <a:pt x="937" y="8439"/>
                    </a:lnTo>
                    <a:cubicBezTo>
                      <a:pt x="1086" y="7977"/>
                      <a:pt x="1268" y="7519"/>
                      <a:pt x="1474" y="7078"/>
                    </a:cubicBezTo>
                    <a:lnTo>
                      <a:pt x="1131" y="6918"/>
                    </a:lnTo>
                    <a:close/>
                    <a:moveTo>
                      <a:pt x="23430" y="8264"/>
                    </a:moveTo>
                    <a:lnTo>
                      <a:pt x="23072" y="8382"/>
                    </a:lnTo>
                    <a:cubicBezTo>
                      <a:pt x="23224" y="8843"/>
                      <a:pt x="23348" y="9318"/>
                      <a:pt x="23439" y="9796"/>
                    </a:cubicBezTo>
                    <a:lnTo>
                      <a:pt x="23810" y="9723"/>
                    </a:lnTo>
                    <a:cubicBezTo>
                      <a:pt x="23715" y="9231"/>
                      <a:pt x="23587" y="8740"/>
                      <a:pt x="23430" y="8264"/>
                    </a:cubicBezTo>
                    <a:close/>
                    <a:moveTo>
                      <a:pt x="91" y="10529"/>
                    </a:moveTo>
                    <a:cubicBezTo>
                      <a:pt x="30" y="11018"/>
                      <a:pt x="1" y="11517"/>
                      <a:pt x="1" y="12015"/>
                    </a:cubicBezTo>
                    <a:lnTo>
                      <a:pt x="1" y="12034"/>
                    </a:lnTo>
                    <a:lnTo>
                      <a:pt x="379" y="12034"/>
                    </a:lnTo>
                    <a:lnTo>
                      <a:pt x="379" y="12015"/>
                    </a:lnTo>
                    <a:cubicBezTo>
                      <a:pt x="379" y="11534"/>
                      <a:pt x="407" y="11050"/>
                      <a:pt x="467" y="10576"/>
                    </a:cubicBezTo>
                    <a:lnTo>
                      <a:pt x="91" y="10529"/>
                    </a:lnTo>
                    <a:close/>
                    <a:moveTo>
                      <a:pt x="23650" y="11973"/>
                    </a:moveTo>
                    <a:lnTo>
                      <a:pt x="23650" y="12015"/>
                    </a:lnTo>
                    <a:cubicBezTo>
                      <a:pt x="23650" y="12502"/>
                      <a:pt x="23620" y="12991"/>
                      <a:pt x="23559" y="13472"/>
                    </a:cubicBezTo>
                    <a:lnTo>
                      <a:pt x="23934" y="13520"/>
                    </a:lnTo>
                    <a:cubicBezTo>
                      <a:pt x="23997" y="13022"/>
                      <a:pt x="24028" y="12517"/>
                      <a:pt x="24028" y="12015"/>
                    </a:cubicBezTo>
                    <a:lnTo>
                      <a:pt x="24028" y="11973"/>
                    </a:lnTo>
                    <a:close/>
                    <a:moveTo>
                      <a:pt x="585" y="14213"/>
                    </a:moveTo>
                    <a:lnTo>
                      <a:pt x="215" y="14284"/>
                    </a:lnTo>
                    <a:cubicBezTo>
                      <a:pt x="310" y="14777"/>
                      <a:pt x="435" y="15267"/>
                      <a:pt x="590" y="15745"/>
                    </a:cubicBezTo>
                    <a:lnTo>
                      <a:pt x="951" y="15628"/>
                    </a:lnTo>
                    <a:cubicBezTo>
                      <a:pt x="800" y="15167"/>
                      <a:pt x="676" y="14691"/>
                      <a:pt x="585" y="14213"/>
                    </a:cubicBezTo>
                    <a:close/>
                    <a:moveTo>
                      <a:pt x="23083" y="15608"/>
                    </a:moveTo>
                    <a:cubicBezTo>
                      <a:pt x="22935" y="16070"/>
                      <a:pt x="22753" y="16528"/>
                      <a:pt x="22547" y="16967"/>
                    </a:cubicBezTo>
                    <a:lnTo>
                      <a:pt x="22889" y="17128"/>
                    </a:lnTo>
                    <a:cubicBezTo>
                      <a:pt x="23102" y="16675"/>
                      <a:pt x="23288" y="16203"/>
                      <a:pt x="23444" y="15725"/>
                    </a:cubicBezTo>
                    <a:lnTo>
                      <a:pt x="23083" y="15608"/>
                    </a:lnTo>
                    <a:close/>
                    <a:moveTo>
                      <a:pt x="1823" y="17635"/>
                    </a:moveTo>
                    <a:lnTo>
                      <a:pt x="1492" y="17818"/>
                    </a:lnTo>
                    <a:cubicBezTo>
                      <a:pt x="1735" y="18256"/>
                      <a:pt x="2008" y="18684"/>
                      <a:pt x="2304" y="19089"/>
                    </a:cubicBezTo>
                    <a:lnTo>
                      <a:pt x="2609" y="18866"/>
                    </a:lnTo>
                    <a:cubicBezTo>
                      <a:pt x="2322" y="18474"/>
                      <a:pt x="2057" y="18059"/>
                      <a:pt x="1823" y="17635"/>
                    </a:cubicBezTo>
                    <a:close/>
                    <a:moveTo>
                      <a:pt x="21431" y="18851"/>
                    </a:moveTo>
                    <a:cubicBezTo>
                      <a:pt x="21146" y="19244"/>
                      <a:pt x="20832" y="19622"/>
                      <a:pt x="20500" y="19976"/>
                    </a:cubicBezTo>
                    <a:lnTo>
                      <a:pt x="20774" y="20235"/>
                    </a:lnTo>
                    <a:cubicBezTo>
                      <a:pt x="21117" y="19870"/>
                      <a:pt x="21441" y="19479"/>
                      <a:pt x="21737" y="19074"/>
                    </a:cubicBezTo>
                    <a:lnTo>
                      <a:pt x="21431" y="18851"/>
                    </a:lnTo>
                    <a:close/>
                    <a:moveTo>
                      <a:pt x="4060" y="20506"/>
                    </a:moveTo>
                    <a:lnTo>
                      <a:pt x="3800" y="20782"/>
                    </a:lnTo>
                    <a:cubicBezTo>
                      <a:pt x="4166" y="21124"/>
                      <a:pt x="4557" y="21448"/>
                      <a:pt x="4963" y="21742"/>
                    </a:cubicBezTo>
                    <a:lnTo>
                      <a:pt x="5185" y="21436"/>
                    </a:lnTo>
                    <a:cubicBezTo>
                      <a:pt x="4792" y="21151"/>
                      <a:pt x="4413" y="20838"/>
                      <a:pt x="4060" y="20506"/>
                    </a:cubicBezTo>
                    <a:close/>
                    <a:moveTo>
                      <a:pt x="18857" y="21426"/>
                    </a:moveTo>
                    <a:cubicBezTo>
                      <a:pt x="18464" y="21712"/>
                      <a:pt x="18051" y="21977"/>
                      <a:pt x="17627" y="22210"/>
                    </a:cubicBezTo>
                    <a:lnTo>
                      <a:pt x="17808" y="22542"/>
                    </a:lnTo>
                    <a:cubicBezTo>
                      <a:pt x="18246" y="22299"/>
                      <a:pt x="18674" y="22028"/>
                      <a:pt x="19080" y="21732"/>
                    </a:cubicBezTo>
                    <a:lnTo>
                      <a:pt x="18857" y="21426"/>
                    </a:lnTo>
                    <a:close/>
                    <a:moveTo>
                      <a:pt x="7070" y="22550"/>
                    </a:moveTo>
                    <a:lnTo>
                      <a:pt x="6910" y="22892"/>
                    </a:lnTo>
                    <a:cubicBezTo>
                      <a:pt x="7364" y="23107"/>
                      <a:pt x="7836" y="23293"/>
                      <a:pt x="8312" y="23447"/>
                    </a:cubicBezTo>
                    <a:lnTo>
                      <a:pt x="8430" y="23088"/>
                    </a:lnTo>
                    <a:cubicBezTo>
                      <a:pt x="7967" y="22938"/>
                      <a:pt x="7511" y="22758"/>
                      <a:pt x="7070" y="22550"/>
                    </a:cubicBezTo>
                    <a:close/>
                    <a:moveTo>
                      <a:pt x="15618" y="23082"/>
                    </a:moveTo>
                    <a:cubicBezTo>
                      <a:pt x="15157" y="23232"/>
                      <a:pt x="14681" y="23354"/>
                      <a:pt x="14204" y="23445"/>
                    </a:cubicBezTo>
                    <a:lnTo>
                      <a:pt x="14275" y="23815"/>
                    </a:lnTo>
                    <a:cubicBezTo>
                      <a:pt x="14767" y="23721"/>
                      <a:pt x="15258" y="23596"/>
                      <a:pt x="15735" y="23440"/>
                    </a:cubicBezTo>
                    <a:lnTo>
                      <a:pt x="15618" y="23082"/>
                    </a:lnTo>
                    <a:close/>
                    <a:moveTo>
                      <a:pt x="10566" y="23561"/>
                    </a:moveTo>
                    <a:lnTo>
                      <a:pt x="10519" y="23936"/>
                    </a:lnTo>
                    <a:cubicBezTo>
                      <a:pt x="11012" y="23997"/>
                      <a:pt x="11516" y="24028"/>
                      <a:pt x="12015" y="24028"/>
                    </a:cubicBezTo>
                    <a:lnTo>
                      <a:pt x="12024" y="24028"/>
                    </a:lnTo>
                    <a:lnTo>
                      <a:pt x="12015" y="23650"/>
                    </a:lnTo>
                    <a:cubicBezTo>
                      <a:pt x="11530" y="23650"/>
                      <a:pt x="11043" y="23620"/>
                      <a:pt x="10566" y="235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55"/>
              <p:cNvSpPr/>
              <p:nvPr/>
            </p:nvSpPr>
            <p:spPr>
              <a:xfrm>
                <a:off x="4796700" y="1877050"/>
                <a:ext cx="379075" cy="379175"/>
              </a:xfrm>
              <a:custGeom>
                <a:avLst/>
                <a:gdLst/>
                <a:ahLst/>
                <a:cxnLst/>
                <a:rect l="l" t="t" r="r" b="b"/>
                <a:pathLst>
                  <a:path w="15163" h="15167" extrusionOk="0">
                    <a:moveTo>
                      <a:pt x="7582" y="567"/>
                    </a:moveTo>
                    <a:cubicBezTo>
                      <a:pt x="8495" y="567"/>
                      <a:pt x="9381" y="739"/>
                      <a:pt x="10218" y="1079"/>
                    </a:cubicBezTo>
                    <a:lnTo>
                      <a:pt x="9807" y="1985"/>
                    </a:lnTo>
                    <a:lnTo>
                      <a:pt x="10066" y="2102"/>
                    </a:lnTo>
                    <a:cubicBezTo>
                      <a:pt x="10512" y="2304"/>
                      <a:pt x="10934" y="2561"/>
                      <a:pt x="11319" y="2869"/>
                    </a:cubicBezTo>
                    <a:lnTo>
                      <a:pt x="11540" y="3044"/>
                    </a:lnTo>
                    <a:lnTo>
                      <a:pt x="12158" y="2266"/>
                    </a:lnTo>
                    <a:cubicBezTo>
                      <a:pt x="13174" y="3143"/>
                      <a:pt x="13927" y="4307"/>
                      <a:pt x="14307" y="5586"/>
                    </a:cubicBezTo>
                    <a:lnTo>
                      <a:pt x="13346" y="5829"/>
                    </a:lnTo>
                    <a:lnTo>
                      <a:pt x="13415" y="6105"/>
                    </a:lnTo>
                    <a:cubicBezTo>
                      <a:pt x="13534" y="6579"/>
                      <a:pt x="13597" y="7070"/>
                      <a:pt x="13598" y="7564"/>
                    </a:cubicBezTo>
                    <a:lnTo>
                      <a:pt x="13598" y="7846"/>
                    </a:lnTo>
                    <a:lnTo>
                      <a:pt x="14591" y="7846"/>
                    </a:lnTo>
                    <a:cubicBezTo>
                      <a:pt x="14540" y="9208"/>
                      <a:pt x="14106" y="10501"/>
                      <a:pt x="13323" y="11613"/>
                    </a:cubicBezTo>
                    <a:lnTo>
                      <a:pt x="12534" y="11008"/>
                    </a:lnTo>
                    <a:lnTo>
                      <a:pt x="12361" y="11235"/>
                    </a:lnTo>
                    <a:cubicBezTo>
                      <a:pt x="12064" y="11623"/>
                      <a:pt x="11718" y="11975"/>
                      <a:pt x="11333" y="12282"/>
                    </a:cubicBezTo>
                    <a:lnTo>
                      <a:pt x="11114" y="12460"/>
                    </a:lnTo>
                    <a:lnTo>
                      <a:pt x="11733" y="13235"/>
                    </a:lnTo>
                    <a:cubicBezTo>
                      <a:pt x="10643" y="14038"/>
                      <a:pt x="9366" y="14501"/>
                      <a:pt x="8013" y="14582"/>
                    </a:cubicBezTo>
                    <a:lnTo>
                      <a:pt x="7993" y="13587"/>
                    </a:lnTo>
                    <a:lnTo>
                      <a:pt x="7656" y="13597"/>
                    </a:lnTo>
                    <a:cubicBezTo>
                      <a:pt x="7631" y="13597"/>
                      <a:pt x="7606" y="13599"/>
                      <a:pt x="7582" y="13599"/>
                    </a:cubicBezTo>
                    <a:cubicBezTo>
                      <a:pt x="7137" y="13599"/>
                      <a:pt x="6689" y="13548"/>
                      <a:pt x="6250" y="13448"/>
                    </a:cubicBezTo>
                    <a:lnTo>
                      <a:pt x="5972" y="13386"/>
                    </a:lnTo>
                    <a:lnTo>
                      <a:pt x="5753" y="14354"/>
                    </a:lnTo>
                    <a:cubicBezTo>
                      <a:pt x="4464" y="14005"/>
                      <a:pt x="3281" y="13280"/>
                      <a:pt x="2381" y="12287"/>
                    </a:cubicBezTo>
                    <a:lnTo>
                      <a:pt x="3142" y="11651"/>
                    </a:lnTo>
                    <a:lnTo>
                      <a:pt x="2961" y="11433"/>
                    </a:lnTo>
                    <a:cubicBezTo>
                      <a:pt x="2645" y="11055"/>
                      <a:pt x="2376" y="10640"/>
                      <a:pt x="2163" y="10200"/>
                    </a:cubicBezTo>
                    <a:lnTo>
                      <a:pt x="2040" y="9946"/>
                    </a:lnTo>
                    <a:lnTo>
                      <a:pt x="1147" y="10377"/>
                    </a:lnTo>
                    <a:cubicBezTo>
                      <a:pt x="762" y="9495"/>
                      <a:pt x="567" y="8555"/>
                      <a:pt x="567" y="7582"/>
                    </a:cubicBezTo>
                    <a:cubicBezTo>
                      <a:pt x="567" y="7204"/>
                      <a:pt x="598" y="6825"/>
                      <a:pt x="658" y="6454"/>
                    </a:cubicBezTo>
                    <a:lnTo>
                      <a:pt x="1629" y="6652"/>
                    </a:lnTo>
                    <a:lnTo>
                      <a:pt x="1685" y="6374"/>
                    </a:lnTo>
                    <a:cubicBezTo>
                      <a:pt x="1784" y="5892"/>
                      <a:pt x="1941" y="5424"/>
                      <a:pt x="2154" y="4980"/>
                    </a:cubicBezTo>
                    <a:lnTo>
                      <a:pt x="2277" y="4725"/>
                    </a:lnTo>
                    <a:lnTo>
                      <a:pt x="1383" y="4296"/>
                    </a:lnTo>
                    <a:cubicBezTo>
                      <a:pt x="2011" y="3115"/>
                      <a:pt x="2979" y="2123"/>
                      <a:pt x="4144" y="1466"/>
                    </a:cubicBezTo>
                    <a:lnTo>
                      <a:pt x="4596" y="2350"/>
                    </a:lnTo>
                    <a:lnTo>
                      <a:pt x="4849" y="2221"/>
                    </a:lnTo>
                    <a:cubicBezTo>
                      <a:pt x="5287" y="1998"/>
                      <a:pt x="5751" y="1829"/>
                      <a:pt x="6228" y="1719"/>
                    </a:cubicBezTo>
                    <a:lnTo>
                      <a:pt x="6504" y="1656"/>
                    </a:lnTo>
                    <a:lnTo>
                      <a:pt x="6283" y="688"/>
                    </a:lnTo>
                    <a:cubicBezTo>
                      <a:pt x="6709" y="607"/>
                      <a:pt x="7145" y="567"/>
                      <a:pt x="7582" y="567"/>
                    </a:cubicBezTo>
                    <a:close/>
                    <a:moveTo>
                      <a:pt x="7582" y="1"/>
                    </a:moveTo>
                    <a:cubicBezTo>
                      <a:pt x="7007" y="1"/>
                      <a:pt x="6433" y="65"/>
                      <a:pt x="5877" y="192"/>
                    </a:cubicBezTo>
                    <a:lnTo>
                      <a:pt x="5602" y="257"/>
                    </a:lnTo>
                    <a:lnTo>
                      <a:pt x="5827" y="1236"/>
                    </a:lnTo>
                    <a:cubicBezTo>
                      <a:pt x="5492" y="1329"/>
                      <a:pt x="5163" y="1448"/>
                      <a:pt x="4846" y="1593"/>
                    </a:cubicBezTo>
                    <a:lnTo>
                      <a:pt x="4388" y="698"/>
                    </a:lnTo>
                    <a:lnTo>
                      <a:pt x="4135" y="827"/>
                    </a:lnTo>
                    <a:cubicBezTo>
                      <a:pt x="2663" y="1578"/>
                      <a:pt x="1459" y="2814"/>
                      <a:pt x="744" y="4304"/>
                    </a:cubicBezTo>
                    <a:lnTo>
                      <a:pt x="621" y="4559"/>
                    </a:lnTo>
                    <a:lnTo>
                      <a:pt x="1527" y="4993"/>
                    </a:lnTo>
                    <a:cubicBezTo>
                      <a:pt x="1390" y="5314"/>
                      <a:pt x="1277" y="5646"/>
                      <a:pt x="1193" y="5984"/>
                    </a:cubicBezTo>
                    <a:lnTo>
                      <a:pt x="210" y="5783"/>
                    </a:lnTo>
                    <a:lnTo>
                      <a:pt x="152" y="6060"/>
                    </a:lnTo>
                    <a:cubicBezTo>
                      <a:pt x="51" y="6559"/>
                      <a:pt x="0" y="7070"/>
                      <a:pt x="0" y="7580"/>
                    </a:cubicBezTo>
                    <a:cubicBezTo>
                      <a:pt x="0" y="8737"/>
                      <a:pt x="255" y="9849"/>
                      <a:pt x="755" y="10883"/>
                    </a:cubicBezTo>
                    <a:lnTo>
                      <a:pt x="879" y="11137"/>
                    </a:lnTo>
                    <a:lnTo>
                      <a:pt x="1783" y="10701"/>
                    </a:lnTo>
                    <a:cubicBezTo>
                      <a:pt x="1946" y="11005"/>
                      <a:pt x="2136" y="11299"/>
                      <a:pt x="2348" y="11575"/>
                    </a:cubicBezTo>
                    <a:lnTo>
                      <a:pt x="1576" y="12219"/>
                    </a:lnTo>
                    <a:lnTo>
                      <a:pt x="1758" y="12437"/>
                    </a:lnTo>
                    <a:cubicBezTo>
                      <a:pt x="2822" y="13709"/>
                      <a:pt x="4294" y="14611"/>
                      <a:pt x="5903" y="14977"/>
                    </a:cubicBezTo>
                    <a:lnTo>
                      <a:pt x="6181" y="15038"/>
                    </a:lnTo>
                    <a:lnTo>
                      <a:pt x="6402" y="14058"/>
                    </a:lnTo>
                    <a:cubicBezTo>
                      <a:pt x="6746" y="14121"/>
                      <a:pt x="7093" y="14156"/>
                      <a:pt x="7438" y="14164"/>
                    </a:cubicBezTo>
                    <a:lnTo>
                      <a:pt x="7458" y="15167"/>
                    </a:lnTo>
                    <a:lnTo>
                      <a:pt x="7742" y="15162"/>
                    </a:lnTo>
                    <a:cubicBezTo>
                      <a:pt x="9420" y="15125"/>
                      <a:pt x="11001" y="14554"/>
                      <a:pt x="12311" y="13506"/>
                    </a:cubicBezTo>
                    <a:lnTo>
                      <a:pt x="12533" y="13329"/>
                    </a:lnTo>
                    <a:lnTo>
                      <a:pt x="11907" y="12543"/>
                    </a:lnTo>
                    <a:cubicBezTo>
                      <a:pt x="12168" y="12315"/>
                      <a:pt x="12412" y="12066"/>
                      <a:pt x="12635" y="11800"/>
                    </a:cubicBezTo>
                    <a:lnTo>
                      <a:pt x="13433" y="12411"/>
                    </a:lnTo>
                    <a:lnTo>
                      <a:pt x="13605" y="12185"/>
                    </a:lnTo>
                    <a:cubicBezTo>
                      <a:pt x="14624" y="10853"/>
                      <a:pt x="15163" y="9260"/>
                      <a:pt x="15163" y="7582"/>
                    </a:cubicBezTo>
                    <a:lnTo>
                      <a:pt x="15163" y="7280"/>
                    </a:lnTo>
                    <a:lnTo>
                      <a:pt x="14158" y="7280"/>
                    </a:lnTo>
                    <a:cubicBezTo>
                      <a:pt x="14142" y="6931"/>
                      <a:pt x="14099" y="6582"/>
                      <a:pt x="14028" y="6242"/>
                    </a:cubicBezTo>
                    <a:lnTo>
                      <a:pt x="15001" y="5996"/>
                    </a:lnTo>
                    <a:lnTo>
                      <a:pt x="14932" y="5722"/>
                    </a:lnTo>
                    <a:cubicBezTo>
                      <a:pt x="14529" y="4121"/>
                      <a:pt x="13590" y="2672"/>
                      <a:pt x="12292" y="1641"/>
                    </a:cubicBezTo>
                    <a:lnTo>
                      <a:pt x="12070" y="1466"/>
                    </a:lnTo>
                    <a:lnTo>
                      <a:pt x="11446" y="2252"/>
                    </a:lnTo>
                    <a:cubicBezTo>
                      <a:pt x="11163" y="2047"/>
                      <a:pt x="10866" y="1866"/>
                      <a:pt x="10555" y="1709"/>
                    </a:cubicBezTo>
                    <a:lnTo>
                      <a:pt x="10972" y="794"/>
                    </a:lnTo>
                    <a:lnTo>
                      <a:pt x="10712" y="676"/>
                    </a:lnTo>
                    <a:cubicBezTo>
                      <a:pt x="9726" y="227"/>
                      <a:pt x="8672" y="1"/>
                      <a:pt x="7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03" name="Google Shape;1203;p55"/>
            <p:cNvCxnSpPr>
              <a:stCxn id="1198" idx="6"/>
              <a:endCxn id="1197" idx="2"/>
            </p:cNvCxnSpPr>
            <p:nvPr/>
          </p:nvCxnSpPr>
          <p:spPr>
            <a:xfrm>
              <a:off x="7483400" y="111903"/>
              <a:ext cx="1371900" cy="696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55"/>
            <p:cNvCxnSpPr>
              <a:stCxn id="1197" idx="0"/>
            </p:cNvCxnSpPr>
            <p:nvPr/>
          </p:nvCxnSpPr>
          <p:spPr>
            <a:xfrm rot="10800000">
              <a:off x="8344669" y="-340498"/>
              <a:ext cx="578700" cy="1080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椭圆 19">
            <a:extLst>
              <a:ext uri="{FF2B5EF4-FFF2-40B4-BE49-F238E27FC236}">
                <a16:creationId xmlns:a16="http://schemas.microsoft.com/office/drawing/2014/main" id="{2E5520B8-0F20-7A7D-E0E9-E8813F86B858}"/>
              </a:ext>
            </a:extLst>
          </p:cNvPr>
          <p:cNvSpPr/>
          <p:nvPr/>
        </p:nvSpPr>
        <p:spPr>
          <a:xfrm>
            <a:off x="2724153" y="131139"/>
            <a:ext cx="906321" cy="3618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kumimoji="1" lang="zh-CN" alt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679F0BF-08A4-E41F-257C-F48E31D930F0}"/>
              </a:ext>
            </a:extLst>
          </p:cNvPr>
          <p:cNvCxnSpPr>
            <a:cxnSpLocks/>
            <a:stCxn id="20" idx="4"/>
            <a:endCxn id="24" idx="0"/>
          </p:cNvCxnSpPr>
          <p:nvPr/>
        </p:nvCxnSpPr>
        <p:spPr>
          <a:xfrm flipH="1">
            <a:off x="3177313" y="492941"/>
            <a:ext cx="1" cy="30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78F4136-C40E-01DF-12F5-2A8B20736DB9}"/>
              </a:ext>
            </a:extLst>
          </p:cNvPr>
          <p:cNvSpPr/>
          <p:nvPr/>
        </p:nvSpPr>
        <p:spPr>
          <a:xfrm>
            <a:off x="2020190" y="794567"/>
            <a:ext cx="2314246" cy="361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Initialized, Stop</a:t>
            </a: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48F84038-0492-D3B6-2010-150D3CCFA717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177313" y="1156369"/>
            <a:ext cx="0" cy="347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78C4D2BD-729F-85DC-9646-0408480ED252}"/>
              </a:ext>
            </a:extLst>
          </p:cNvPr>
          <p:cNvCxnSpPr>
            <a:cxnSpLocks/>
          </p:cNvCxnSpPr>
          <p:nvPr/>
        </p:nvCxnSpPr>
        <p:spPr>
          <a:xfrm flipH="1">
            <a:off x="2535930" y="1503631"/>
            <a:ext cx="636639" cy="43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4772FAC-7130-6E69-56D0-DC52376C4D4B}"/>
              </a:ext>
            </a:extLst>
          </p:cNvPr>
          <p:cNvCxnSpPr>
            <a:cxnSpLocks/>
          </p:cNvCxnSpPr>
          <p:nvPr/>
        </p:nvCxnSpPr>
        <p:spPr>
          <a:xfrm>
            <a:off x="3172569" y="1503631"/>
            <a:ext cx="636639" cy="445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AE4D6D2-3BAC-0C3B-F03C-308BE066D1FD}"/>
              </a:ext>
            </a:extLst>
          </p:cNvPr>
          <p:cNvSpPr txBox="1"/>
          <p:nvPr/>
        </p:nvSpPr>
        <p:spPr>
          <a:xfrm>
            <a:off x="2167451" y="1415794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players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66C9040-CDD3-792B-6CE4-4512C1DEDE09}"/>
              </a:ext>
            </a:extLst>
          </p:cNvPr>
          <p:cNvSpPr txBox="1"/>
          <p:nvPr/>
        </p:nvSpPr>
        <p:spPr>
          <a:xfrm>
            <a:off x="3445687" y="1415794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players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677783-4A8D-12FF-A87D-8E1A90F51E3D}"/>
              </a:ext>
            </a:extLst>
          </p:cNvPr>
          <p:cNvSpPr/>
          <p:nvPr/>
        </p:nvSpPr>
        <p:spPr>
          <a:xfrm>
            <a:off x="1584251" y="1949524"/>
            <a:ext cx="1427583" cy="30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Inner shell up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3956F04-0FF4-ECED-63AD-0B63DD279551}"/>
              </a:ext>
            </a:extLst>
          </p:cNvPr>
          <p:cNvSpPr/>
          <p:nvPr/>
        </p:nvSpPr>
        <p:spPr>
          <a:xfrm>
            <a:off x="3351558" y="1953068"/>
            <a:ext cx="1518156" cy="30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Inner shell down</a:t>
            </a:r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3FC10301-CC09-B818-1E75-1558804EC414}"/>
              </a:ext>
            </a:extLst>
          </p:cNvPr>
          <p:cNvCxnSpPr>
            <a:cxnSpLocks/>
          </p:cNvCxnSpPr>
          <p:nvPr/>
        </p:nvCxnSpPr>
        <p:spPr>
          <a:xfrm>
            <a:off x="2535930" y="2257699"/>
            <a:ext cx="475904" cy="30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F04B3914-E9A6-3707-8A5A-3995632FAF70}"/>
              </a:ext>
            </a:extLst>
          </p:cNvPr>
          <p:cNvCxnSpPr>
            <a:cxnSpLocks/>
          </p:cNvCxnSpPr>
          <p:nvPr/>
        </p:nvCxnSpPr>
        <p:spPr>
          <a:xfrm flipH="1">
            <a:off x="3290646" y="2257699"/>
            <a:ext cx="475904" cy="30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9FD4972D-E5CD-C0B6-2DC2-527521AB8FC8}"/>
              </a:ext>
            </a:extLst>
          </p:cNvPr>
          <p:cNvSpPr/>
          <p:nvPr/>
        </p:nvSpPr>
        <p:spPr>
          <a:xfrm>
            <a:off x="2418244" y="2577642"/>
            <a:ext cx="1518138" cy="673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Vertical motor</a:t>
            </a:r>
          </a:p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 and down </a:t>
            </a:r>
          </a:p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Every 5s</a:t>
            </a:r>
          </a:p>
        </p:txBody>
      </p:sp>
      <p:sp>
        <p:nvSpPr>
          <p:cNvPr id="63" name="环形箭头 62">
            <a:extLst>
              <a:ext uri="{FF2B5EF4-FFF2-40B4-BE49-F238E27FC236}">
                <a16:creationId xmlns:a16="http://schemas.microsoft.com/office/drawing/2014/main" id="{A3939B46-56D9-87BC-136C-EAD77C7B541C}"/>
              </a:ext>
            </a:extLst>
          </p:cNvPr>
          <p:cNvSpPr/>
          <p:nvPr/>
        </p:nvSpPr>
        <p:spPr>
          <a:xfrm rot="5400000" flipH="1">
            <a:off x="3723298" y="2651348"/>
            <a:ext cx="460117" cy="525391"/>
          </a:xfrm>
          <a:prstGeom prst="circular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88" name="文本框 1087">
            <a:extLst>
              <a:ext uri="{FF2B5EF4-FFF2-40B4-BE49-F238E27FC236}">
                <a16:creationId xmlns:a16="http://schemas.microsoft.com/office/drawing/2014/main" id="{D198D3C0-7366-CB5E-135B-FED331BF8305}"/>
              </a:ext>
            </a:extLst>
          </p:cNvPr>
          <p:cNvSpPr txBox="1"/>
          <p:nvPr/>
        </p:nvSpPr>
        <p:spPr>
          <a:xfrm>
            <a:off x="4157900" y="2753347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 delivered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0" name="直线箭头连接符 1089">
            <a:extLst>
              <a:ext uri="{FF2B5EF4-FFF2-40B4-BE49-F238E27FC236}">
                <a16:creationId xmlns:a16="http://schemas.microsoft.com/office/drawing/2014/main" id="{0EDC0A5A-D5E9-AE94-A10F-61F9003BCB5B}"/>
              </a:ext>
            </a:extLst>
          </p:cNvPr>
          <p:cNvCxnSpPr>
            <a:cxnSpLocks/>
          </p:cNvCxnSpPr>
          <p:nvPr/>
        </p:nvCxnSpPr>
        <p:spPr>
          <a:xfrm>
            <a:off x="3196223" y="3273700"/>
            <a:ext cx="1" cy="40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3" name="菱形 1092">
            <a:extLst>
              <a:ext uri="{FF2B5EF4-FFF2-40B4-BE49-F238E27FC236}">
                <a16:creationId xmlns:a16="http://schemas.microsoft.com/office/drawing/2014/main" id="{A45F718F-A5CC-9882-576A-DC2B7088E41D}"/>
              </a:ext>
            </a:extLst>
          </p:cNvPr>
          <p:cNvSpPr/>
          <p:nvPr/>
        </p:nvSpPr>
        <p:spPr>
          <a:xfrm>
            <a:off x="2634662" y="3687522"/>
            <a:ext cx="1085302" cy="586643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9" name="直线连接符 1098">
            <a:extLst>
              <a:ext uri="{FF2B5EF4-FFF2-40B4-BE49-F238E27FC236}">
                <a16:creationId xmlns:a16="http://schemas.microsoft.com/office/drawing/2014/main" id="{6481D31D-56EE-66C9-50F7-297ACD90148A}"/>
              </a:ext>
            </a:extLst>
          </p:cNvPr>
          <p:cNvCxnSpPr>
            <a:cxnSpLocks/>
            <a:stCxn id="1093" idx="3"/>
          </p:cNvCxnSpPr>
          <p:nvPr/>
        </p:nvCxnSpPr>
        <p:spPr>
          <a:xfrm flipV="1">
            <a:off x="3719964" y="3980843"/>
            <a:ext cx="211951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3" name="直线连接符 1102">
            <a:extLst>
              <a:ext uri="{FF2B5EF4-FFF2-40B4-BE49-F238E27FC236}">
                <a16:creationId xmlns:a16="http://schemas.microsoft.com/office/drawing/2014/main" id="{BAFF5507-4EDD-F2CA-9847-421A9B5F9389}"/>
              </a:ext>
            </a:extLst>
          </p:cNvPr>
          <p:cNvCxnSpPr>
            <a:cxnSpLocks/>
          </p:cNvCxnSpPr>
          <p:nvPr/>
        </p:nvCxnSpPr>
        <p:spPr>
          <a:xfrm flipV="1">
            <a:off x="5826642" y="975468"/>
            <a:ext cx="0" cy="30053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直线箭头连接符 1106">
            <a:extLst>
              <a:ext uri="{FF2B5EF4-FFF2-40B4-BE49-F238E27FC236}">
                <a16:creationId xmlns:a16="http://schemas.microsoft.com/office/drawing/2014/main" id="{7CCA9462-C316-E280-F757-D9AEA0E359D9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4334436" y="975468"/>
            <a:ext cx="1492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1" name="文本框 1110">
            <a:extLst>
              <a:ext uri="{FF2B5EF4-FFF2-40B4-BE49-F238E27FC236}">
                <a16:creationId xmlns:a16="http://schemas.microsoft.com/office/drawing/2014/main" id="{6D2CD644-CF38-0158-BFB3-929E4066D0DF}"/>
              </a:ext>
            </a:extLst>
          </p:cNvPr>
          <p:cNvSpPr txBox="1"/>
          <p:nvPr/>
        </p:nvSpPr>
        <p:spPr>
          <a:xfrm>
            <a:off x="3217490" y="3343955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Cards all </a:t>
            </a:r>
            <a:r>
              <a:rPr kumimoji="1" lang="en-US" altLang="zh-C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dealed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2" name="文本框 1111">
            <a:extLst>
              <a:ext uri="{FF2B5EF4-FFF2-40B4-BE49-F238E27FC236}">
                <a16:creationId xmlns:a16="http://schemas.microsoft.com/office/drawing/2014/main" id="{54E03507-7695-52BE-2D03-62A2B6473ADB}"/>
              </a:ext>
            </a:extLst>
          </p:cNvPr>
          <p:cNvSpPr txBox="1"/>
          <p:nvPr/>
        </p:nvSpPr>
        <p:spPr>
          <a:xfrm>
            <a:off x="5813809" y="2321423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6" name="直线箭头连接符 1115">
            <a:extLst>
              <a:ext uri="{FF2B5EF4-FFF2-40B4-BE49-F238E27FC236}">
                <a16:creationId xmlns:a16="http://schemas.microsoft.com/office/drawing/2014/main" id="{A452F326-A0B3-492A-77E7-F6FEF4D99E5F}"/>
              </a:ext>
            </a:extLst>
          </p:cNvPr>
          <p:cNvCxnSpPr>
            <a:cxnSpLocks/>
          </p:cNvCxnSpPr>
          <p:nvPr/>
        </p:nvCxnSpPr>
        <p:spPr>
          <a:xfrm>
            <a:off x="3183870" y="4296475"/>
            <a:ext cx="0" cy="324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7" name="椭圆 1116">
            <a:extLst>
              <a:ext uri="{FF2B5EF4-FFF2-40B4-BE49-F238E27FC236}">
                <a16:creationId xmlns:a16="http://schemas.microsoft.com/office/drawing/2014/main" id="{5EC351AA-FFBB-FFD7-4557-616EFD04B29A}"/>
              </a:ext>
            </a:extLst>
          </p:cNvPr>
          <p:cNvSpPr/>
          <p:nvPr/>
        </p:nvSpPr>
        <p:spPr>
          <a:xfrm>
            <a:off x="2755602" y="4620774"/>
            <a:ext cx="843423" cy="391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kumimoji="1" lang="zh-CN" alt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13FE46-54CF-ACBB-A148-41E02F0670BD}"/>
              </a:ext>
            </a:extLst>
          </p:cNvPr>
          <p:cNvSpPr txBox="1"/>
          <p:nvPr/>
        </p:nvSpPr>
        <p:spPr>
          <a:xfrm>
            <a:off x="3283900" y="4308252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65948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Engineering Thesis Defense by Slidesgo">
  <a:themeElements>
    <a:clrScheme name="Simple Light">
      <a:dk1>
        <a:srgbClr val="263165"/>
      </a:dk1>
      <a:lt1>
        <a:srgbClr val="F4EEF4"/>
      </a:lt1>
      <a:dk2>
        <a:srgbClr val="F3F4E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1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57</Words>
  <Application>Microsoft Macintosh PowerPoint</Application>
  <PresentationFormat>全屏显示(16:9)</PresentationFormat>
  <Paragraphs>27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Kantumruy Pro</vt:lpstr>
      <vt:lpstr>Kantumruy Pro Medium</vt:lpstr>
      <vt:lpstr>Kantumruy Pro SemiBold</vt:lpstr>
      <vt:lpstr>Arial</vt:lpstr>
      <vt:lpstr>Times New Roman</vt:lpstr>
      <vt:lpstr>Industrial Engineering Thesis Defense by Slidesgo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闻越 李</cp:lastModifiedBy>
  <cp:revision>16</cp:revision>
  <dcterms:modified xsi:type="dcterms:W3CDTF">2024-07-14T07:57:18Z</dcterms:modified>
</cp:coreProperties>
</file>