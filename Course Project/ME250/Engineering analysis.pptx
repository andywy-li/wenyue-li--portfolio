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6" r:id="rId1"/>
  </p:sldMasterIdLst>
  <p:notesMasterIdLst>
    <p:notesMasterId r:id="rId9"/>
  </p:notesMasterIdLst>
  <p:sldIdLst>
    <p:sldId id="263" r:id="rId2"/>
    <p:sldId id="267" r:id="rId3"/>
    <p:sldId id="268" r:id="rId4"/>
    <p:sldId id="269" r:id="rId5"/>
    <p:sldId id="270" r:id="rId6"/>
    <p:sldId id="271" r:id="rId7"/>
    <p:sldId id="27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864C4C-4FA5-41C6-A35A-F056A0343E78}">
  <a:tblStyle styleId="{24864C4C-4FA5-41C6-A35A-F056A0343E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0"/>
    <p:restoredTop sz="94679"/>
  </p:normalViewPr>
  <p:slideViewPr>
    <p:cSldViewPr snapToGrid="0">
      <p:cViewPr>
        <p:scale>
          <a:sx n="107" d="100"/>
          <a:sy n="107" d="100"/>
        </p:scale>
        <p:origin x="-1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4a27ff2a65_1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4a27ff2a65_1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4a27ff2a65_1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4a27ff2a65_1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4a27ff2a65_1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4a27ff2a65_1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881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4a27ff2a65_1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4a27ff2a65_1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8225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4a27ff2a65_1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4a27ff2a65_1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375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4a27ff2a65_1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4a27ff2a65_1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839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4a27ff2a65_1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4a27ff2a65_1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891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5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5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5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5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5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5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5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35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 hasCustomPrompt="1"/>
          </p:nvPr>
        </p:nvSpPr>
        <p:spPr>
          <a:xfrm>
            <a:off x="715100" y="791650"/>
            <a:ext cx="4009200" cy="93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1" name="Google Shape;121;p22"/>
          <p:cNvSpPr txBox="1">
            <a:spLocks noGrp="1"/>
          </p:cNvSpPr>
          <p:nvPr>
            <p:ph type="subTitle" idx="1"/>
          </p:nvPr>
        </p:nvSpPr>
        <p:spPr>
          <a:xfrm>
            <a:off x="715100" y="1651650"/>
            <a:ext cx="4009200" cy="40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365650"/>
            <a:ext cx="4009200" cy="93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3"/>
          </p:nvPr>
        </p:nvSpPr>
        <p:spPr>
          <a:xfrm>
            <a:off x="715100" y="3225775"/>
            <a:ext cx="4009200" cy="40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6"/>
          <p:cNvGrpSpPr/>
          <p:nvPr/>
        </p:nvGrpSpPr>
        <p:grpSpPr>
          <a:xfrm>
            <a:off x="6605565" y="2082971"/>
            <a:ext cx="3157715" cy="3383114"/>
            <a:chOff x="6605565" y="2082971"/>
            <a:chExt cx="3157715" cy="3383114"/>
          </a:xfrm>
        </p:grpSpPr>
        <p:grpSp>
          <p:nvGrpSpPr>
            <p:cNvPr id="134" name="Google Shape;134;p26"/>
            <p:cNvGrpSpPr/>
            <p:nvPr/>
          </p:nvGrpSpPr>
          <p:grpSpPr>
            <a:xfrm>
              <a:off x="6718168" y="3060491"/>
              <a:ext cx="802799" cy="802799"/>
              <a:chOff x="353675" y="3417700"/>
              <a:chExt cx="527775" cy="527775"/>
            </a:xfrm>
          </p:grpSpPr>
          <p:sp>
            <p:nvSpPr>
              <p:cNvPr id="135" name="Google Shape;135;p26"/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6"/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6"/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6"/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6"/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6"/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6"/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6"/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6"/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6"/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6"/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6"/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6"/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6"/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6"/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6"/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6"/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6"/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6"/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6"/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6"/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6"/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6"/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6"/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6"/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6"/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6"/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6"/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6"/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6"/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6"/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6"/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6"/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6"/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6"/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6"/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6"/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6"/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6"/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6"/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6"/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6"/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6"/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6"/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6"/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6"/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6"/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" name="Google Shape;182;p26"/>
            <p:cNvSpPr/>
            <p:nvPr/>
          </p:nvSpPr>
          <p:spPr>
            <a:xfrm>
              <a:off x="7051519" y="3393977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" name="Google Shape;183;p26"/>
            <p:cNvGrpSpPr/>
            <p:nvPr/>
          </p:nvGrpSpPr>
          <p:grpSpPr>
            <a:xfrm rot="6659213">
              <a:off x="7961241" y="2312410"/>
              <a:ext cx="1572572" cy="1572608"/>
              <a:chOff x="3286600" y="1519925"/>
              <a:chExt cx="1093425" cy="1093450"/>
            </a:xfrm>
          </p:grpSpPr>
          <p:sp>
            <p:nvSpPr>
              <p:cNvPr id="184" name="Google Shape;184;p26"/>
              <p:cNvSpPr/>
              <p:nvPr/>
            </p:nvSpPr>
            <p:spPr>
              <a:xfrm>
                <a:off x="3286600" y="1519925"/>
                <a:ext cx="1093425" cy="1093450"/>
              </a:xfrm>
              <a:custGeom>
                <a:avLst/>
                <a:gdLst/>
                <a:ahLst/>
                <a:cxnLst/>
                <a:rect l="l" t="t" r="r" b="b"/>
                <a:pathLst>
                  <a:path w="43737" h="43738" extrusionOk="0">
                    <a:moveTo>
                      <a:pt x="21836" y="0"/>
                    </a:moveTo>
                    <a:lnTo>
                      <a:pt x="21836" y="453"/>
                    </a:lnTo>
                    <a:lnTo>
                      <a:pt x="21869" y="453"/>
                    </a:lnTo>
                    <a:cubicBezTo>
                      <a:pt x="22084" y="453"/>
                      <a:pt x="22297" y="456"/>
                      <a:pt x="22510" y="463"/>
                    </a:cubicBezTo>
                    <a:lnTo>
                      <a:pt x="22524" y="10"/>
                    </a:lnTo>
                    <a:cubicBezTo>
                      <a:pt x="22306" y="3"/>
                      <a:pt x="22088" y="0"/>
                      <a:pt x="21869" y="0"/>
                    </a:cubicBezTo>
                    <a:close/>
                    <a:moveTo>
                      <a:pt x="19097" y="173"/>
                    </a:moveTo>
                    <a:cubicBezTo>
                      <a:pt x="18869" y="203"/>
                      <a:pt x="18643" y="236"/>
                      <a:pt x="18417" y="271"/>
                    </a:cubicBezTo>
                    <a:lnTo>
                      <a:pt x="18488" y="717"/>
                    </a:lnTo>
                    <a:lnTo>
                      <a:pt x="18488" y="719"/>
                    </a:lnTo>
                    <a:cubicBezTo>
                      <a:pt x="18709" y="682"/>
                      <a:pt x="18930" y="651"/>
                      <a:pt x="19153" y="623"/>
                    </a:cubicBezTo>
                    <a:lnTo>
                      <a:pt x="19097" y="173"/>
                    </a:lnTo>
                    <a:close/>
                    <a:moveTo>
                      <a:pt x="25258" y="261"/>
                    </a:moveTo>
                    <a:lnTo>
                      <a:pt x="25187" y="709"/>
                    </a:lnTo>
                    <a:cubicBezTo>
                      <a:pt x="25410" y="743"/>
                      <a:pt x="25631" y="781"/>
                      <a:pt x="25851" y="823"/>
                    </a:cubicBezTo>
                    <a:lnTo>
                      <a:pt x="25934" y="378"/>
                    </a:lnTo>
                    <a:cubicBezTo>
                      <a:pt x="25709" y="335"/>
                      <a:pt x="25484" y="297"/>
                      <a:pt x="25258" y="261"/>
                    </a:cubicBezTo>
                    <a:close/>
                    <a:moveTo>
                      <a:pt x="15739" y="871"/>
                    </a:moveTo>
                    <a:cubicBezTo>
                      <a:pt x="15517" y="935"/>
                      <a:pt x="15299" y="1003"/>
                      <a:pt x="15081" y="1074"/>
                    </a:cubicBezTo>
                    <a:lnTo>
                      <a:pt x="15221" y="1503"/>
                    </a:lnTo>
                    <a:cubicBezTo>
                      <a:pt x="15435" y="1434"/>
                      <a:pt x="15649" y="1368"/>
                      <a:pt x="15864" y="1305"/>
                    </a:cubicBezTo>
                    <a:lnTo>
                      <a:pt x="15739" y="871"/>
                    </a:lnTo>
                    <a:close/>
                    <a:moveTo>
                      <a:pt x="28595" y="1054"/>
                    </a:moveTo>
                    <a:lnTo>
                      <a:pt x="28456" y="1485"/>
                    </a:lnTo>
                    <a:cubicBezTo>
                      <a:pt x="28671" y="1555"/>
                      <a:pt x="28883" y="1626"/>
                      <a:pt x="29094" y="1702"/>
                    </a:cubicBezTo>
                    <a:lnTo>
                      <a:pt x="29248" y="1277"/>
                    </a:lnTo>
                    <a:cubicBezTo>
                      <a:pt x="29031" y="1199"/>
                      <a:pt x="28815" y="1125"/>
                      <a:pt x="28595" y="1054"/>
                    </a:cubicBezTo>
                    <a:close/>
                    <a:moveTo>
                      <a:pt x="12530" y="2088"/>
                    </a:moveTo>
                    <a:cubicBezTo>
                      <a:pt x="12324" y="2187"/>
                      <a:pt x="12119" y="2288"/>
                      <a:pt x="11916" y="2392"/>
                    </a:cubicBezTo>
                    <a:lnTo>
                      <a:pt x="12122" y="2794"/>
                    </a:lnTo>
                    <a:cubicBezTo>
                      <a:pt x="12320" y="2693"/>
                      <a:pt x="12520" y="2594"/>
                      <a:pt x="12724" y="2498"/>
                    </a:cubicBezTo>
                    <a:lnTo>
                      <a:pt x="12530" y="2088"/>
                    </a:lnTo>
                    <a:close/>
                    <a:moveTo>
                      <a:pt x="31770" y="2364"/>
                    </a:moveTo>
                    <a:lnTo>
                      <a:pt x="31564" y="2767"/>
                    </a:lnTo>
                    <a:cubicBezTo>
                      <a:pt x="31765" y="2870"/>
                      <a:pt x="31964" y="2975"/>
                      <a:pt x="32160" y="3083"/>
                    </a:cubicBezTo>
                    <a:lnTo>
                      <a:pt x="32378" y="2686"/>
                    </a:lnTo>
                    <a:cubicBezTo>
                      <a:pt x="32177" y="2576"/>
                      <a:pt x="31974" y="2468"/>
                      <a:pt x="31770" y="2364"/>
                    </a:cubicBezTo>
                    <a:close/>
                    <a:moveTo>
                      <a:pt x="9556" y="3793"/>
                    </a:moveTo>
                    <a:cubicBezTo>
                      <a:pt x="9367" y="3922"/>
                      <a:pt x="9180" y="4054"/>
                      <a:pt x="8995" y="4190"/>
                    </a:cubicBezTo>
                    <a:lnTo>
                      <a:pt x="9262" y="4555"/>
                    </a:lnTo>
                    <a:cubicBezTo>
                      <a:pt x="9443" y="4423"/>
                      <a:pt x="9626" y="4294"/>
                      <a:pt x="9811" y="4167"/>
                    </a:cubicBezTo>
                    <a:lnTo>
                      <a:pt x="9556" y="3793"/>
                    </a:lnTo>
                    <a:close/>
                    <a:moveTo>
                      <a:pt x="34698" y="4157"/>
                    </a:moveTo>
                    <a:lnTo>
                      <a:pt x="34432" y="4523"/>
                    </a:lnTo>
                    <a:cubicBezTo>
                      <a:pt x="34614" y="4656"/>
                      <a:pt x="34794" y="4789"/>
                      <a:pt x="34970" y="4926"/>
                    </a:cubicBezTo>
                    <a:lnTo>
                      <a:pt x="35248" y="4570"/>
                    </a:lnTo>
                    <a:cubicBezTo>
                      <a:pt x="35066" y="4429"/>
                      <a:pt x="34883" y="4290"/>
                      <a:pt x="34698" y="4157"/>
                    </a:cubicBezTo>
                    <a:close/>
                    <a:moveTo>
                      <a:pt x="6883" y="5943"/>
                    </a:moveTo>
                    <a:cubicBezTo>
                      <a:pt x="6717" y="6099"/>
                      <a:pt x="6551" y="6260"/>
                      <a:pt x="6391" y="6422"/>
                    </a:cubicBezTo>
                    <a:lnTo>
                      <a:pt x="6710" y="6740"/>
                    </a:lnTo>
                    <a:cubicBezTo>
                      <a:pt x="6869" y="6582"/>
                      <a:pt x="7029" y="6425"/>
                      <a:pt x="7192" y="6271"/>
                    </a:cubicBezTo>
                    <a:lnTo>
                      <a:pt x="6883" y="5943"/>
                    </a:lnTo>
                    <a:close/>
                    <a:moveTo>
                      <a:pt x="37310" y="6382"/>
                    </a:moveTo>
                    <a:lnTo>
                      <a:pt x="36989" y="6702"/>
                    </a:lnTo>
                    <a:cubicBezTo>
                      <a:pt x="37148" y="6861"/>
                      <a:pt x="37305" y="7021"/>
                      <a:pt x="37458" y="7185"/>
                    </a:cubicBezTo>
                    <a:lnTo>
                      <a:pt x="37787" y="6874"/>
                    </a:lnTo>
                    <a:cubicBezTo>
                      <a:pt x="37630" y="6707"/>
                      <a:pt x="37472" y="6544"/>
                      <a:pt x="37310" y="6382"/>
                    </a:cubicBezTo>
                    <a:close/>
                    <a:moveTo>
                      <a:pt x="4575" y="8482"/>
                    </a:moveTo>
                    <a:cubicBezTo>
                      <a:pt x="4435" y="8662"/>
                      <a:pt x="4298" y="8845"/>
                      <a:pt x="4162" y="9032"/>
                    </a:cubicBezTo>
                    <a:lnTo>
                      <a:pt x="4529" y="9296"/>
                    </a:lnTo>
                    <a:lnTo>
                      <a:pt x="4529" y="9298"/>
                    </a:lnTo>
                    <a:cubicBezTo>
                      <a:pt x="4661" y="9116"/>
                      <a:pt x="4795" y="8936"/>
                      <a:pt x="4932" y="8759"/>
                    </a:cubicBezTo>
                    <a:lnTo>
                      <a:pt x="4575" y="8482"/>
                    </a:lnTo>
                    <a:close/>
                    <a:moveTo>
                      <a:pt x="39542" y="8986"/>
                    </a:moveTo>
                    <a:lnTo>
                      <a:pt x="39177" y="9253"/>
                    </a:lnTo>
                    <a:cubicBezTo>
                      <a:pt x="39309" y="9433"/>
                      <a:pt x="39438" y="9617"/>
                      <a:pt x="39565" y="9802"/>
                    </a:cubicBezTo>
                    <a:lnTo>
                      <a:pt x="39938" y="9547"/>
                    </a:lnTo>
                    <a:cubicBezTo>
                      <a:pt x="39809" y="9357"/>
                      <a:pt x="39677" y="9171"/>
                      <a:pt x="39542" y="8986"/>
                    </a:cubicBezTo>
                    <a:close/>
                    <a:moveTo>
                      <a:pt x="2692" y="11350"/>
                    </a:moveTo>
                    <a:cubicBezTo>
                      <a:pt x="2581" y="11551"/>
                      <a:pt x="2474" y="11755"/>
                      <a:pt x="2370" y="11958"/>
                    </a:cubicBezTo>
                    <a:lnTo>
                      <a:pt x="2773" y="12164"/>
                    </a:lnTo>
                    <a:cubicBezTo>
                      <a:pt x="2875" y="11963"/>
                      <a:pt x="2980" y="11764"/>
                      <a:pt x="3089" y="11568"/>
                    </a:cubicBezTo>
                    <a:lnTo>
                      <a:pt x="2692" y="11350"/>
                    </a:lnTo>
                    <a:close/>
                    <a:moveTo>
                      <a:pt x="41341" y="11905"/>
                    </a:moveTo>
                    <a:lnTo>
                      <a:pt x="40938" y="12111"/>
                    </a:lnTo>
                    <a:cubicBezTo>
                      <a:pt x="41040" y="12311"/>
                      <a:pt x="41139" y="12511"/>
                      <a:pt x="41235" y="12714"/>
                    </a:cubicBezTo>
                    <a:lnTo>
                      <a:pt x="41643" y="12519"/>
                    </a:lnTo>
                    <a:cubicBezTo>
                      <a:pt x="41546" y="12313"/>
                      <a:pt x="41445" y="12108"/>
                      <a:pt x="41341" y="11905"/>
                    </a:cubicBezTo>
                    <a:close/>
                    <a:moveTo>
                      <a:pt x="1280" y="14480"/>
                    </a:moveTo>
                    <a:cubicBezTo>
                      <a:pt x="1202" y="14697"/>
                      <a:pt x="1129" y="14913"/>
                      <a:pt x="1058" y="15133"/>
                    </a:cubicBezTo>
                    <a:lnTo>
                      <a:pt x="1488" y="15272"/>
                    </a:lnTo>
                    <a:cubicBezTo>
                      <a:pt x="1557" y="15057"/>
                      <a:pt x="1630" y="14844"/>
                      <a:pt x="1706" y="14632"/>
                    </a:cubicBezTo>
                    <a:lnTo>
                      <a:pt x="1280" y="14480"/>
                    </a:lnTo>
                    <a:close/>
                    <a:moveTo>
                      <a:pt x="42661" y="15070"/>
                    </a:moveTo>
                    <a:lnTo>
                      <a:pt x="42230" y="15211"/>
                    </a:lnTo>
                    <a:cubicBezTo>
                      <a:pt x="42299" y="15424"/>
                      <a:pt x="42365" y="15639"/>
                      <a:pt x="42430" y="15853"/>
                    </a:cubicBezTo>
                    <a:lnTo>
                      <a:pt x="42862" y="15728"/>
                    </a:lnTo>
                    <a:cubicBezTo>
                      <a:pt x="42800" y="15506"/>
                      <a:pt x="42732" y="15288"/>
                      <a:pt x="42661" y="15070"/>
                    </a:cubicBezTo>
                    <a:close/>
                    <a:moveTo>
                      <a:pt x="379" y="17793"/>
                    </a:moveTo>
                    <a:cubicBezTo>
                      <a:pt x="338" y="18018"/>
                      <a:pt x="298" y="18244"/>
                      <a:pt x="264" y="18470"/>
                    </a:cubicBezTo>
                    <a:lnTo>
                      <a:pt x="710" y="18540"/>
                    </a:lnTo>
                    <a:cubicBezTo>
                      <a:pt x="744" y="18318"/>
                      <a:pt x="782" y="18097"/>
                      <a:pt x="824" y="17877"/>
                    </a:cubicBezTo>
                    <a:lnTo>
                      <a:pt x="379" y="17793"/>
                    </a:lnTo>
                    <a:close/>
                    <a:moveTo>
                      <a:pt x="43465" y="18406"/>
                    </a:moveTo>
                    <a:lnTo>
                      <a:pt x="43018" y="18477"/>
                    </a:lnTo>
                    <a:cubicBezTo>
                      <a:pt x="43052" y="18698"/>
                      <a:pt x="43085" y="18920"/>
                      <a:pt x="43114" y="19143"/>
                    </a:cubicBezTo>
                    <a:lnTo>
                      <a:pt x="43561" y="19086"/>
                    </a:lnTo>
                    <a:cubicBezTo>
                      <a:pt x="43533" y="18858"/>
                      <a:pt x="43500" y="18632"/>
                      <a:pt x="43465" y="18406"/>
                    </a:cubicBezTo>
                    <a:close/>
                    <a:moveTo>
                      <a:pt x="11" y="21203"/>
                    </a:moveTo>
                    <a:cubicBezTo>
                      <a:pt x="4" y="21424"/>
                      <a:pt x="1" y="21646"/>
                      <a:pt x="1" y="21869"/>
                    </a:cubicBezTo>
                    <a:lnTo>
                      <a:pt x="1" y="21890"/>
                    </a:lnTo>
                    <a:lnTo>
                      <a:pt x="454" y="21869"/>
                    </a:lnTo>
                    <a:cubicBezTo>
                      <a:pt x="454" y="21650"/>
                      <a:pt x="457" y="21432"/>
                      <a:pt x="462" y="21218"/>
                    </a:cubicBezTo>
                    <a:lnTo>
                      <a:pt x="11" y="21203"/>
                    </a:lnTo>
                    <a:close/>
                    <a:moveTo>
                      <a:pt x="43285" y="21826"/>
                    </a:moveTo>
                    <a:lnTo>
                      <a:pt x="43285" y="21869"/>
                    </a:lnTo>
                    <a:cubicBezTo>
                      <a:pt x="43285" y="22093"/>
                      <a:pt x="43282" y="22318"/>
                      <a:pt x="43274" y="22541"/>
                    </a:cubicBezTo>
                    <a:lnTo>
                      <a:pt x="43726" y="22556"/>
                    </a:lnTo>
                    <a:cubicBezTo>
                      <a:pt x="43733" y="22328"/>
                      <a:pt x="43736" y="22098"/>
                      <a:pt x="43736" y="21867"/>
                    </a:cubicBezTo>
                    <a:lnTo>
                      <a:pt x="43736" y="21826"/>
                    </a:lnTo>
                    <a:close/>
                    <a:moveTo>
                      <a:pt x="622" y="24573"/>
                    </a:moveTo>
                    <a:lnTo>
                      <a:pt x="173" y="24631"/>
                    </a:lnTo>
                    <a:cubicBezTo>
                      <a:pt x="202" y="24857"/>
                      <a:pt x="234" y="25085"/>
                      <a:pt x="270" y="25310"/>
                    </a:cubicBezTo>
                    <a:lnTo>
                      <a:pt x="716" y="25239"/>
                    </a:lnTo>
                    <a:cubicBezTo>
                      <a:pt x="682" y="25019"/>
                      <a:pt x="650" y="24796"/>
                      <a:pt x="622" y="24573"/>
                    </a:cubicBezTo>
                    <a:close/>
                    <a:moveTo>
                      <a:pt x="43024" y="25219"/>
                    </a:moveTo>
                    <a:cubicBezTo>
                      <a:pt x="42990" y="25440"/>
                      <a:pt x="42952" y="25662"/>
                      <a:pt x="42910" y="25881"/>
                    </a:cubicBezTo>
                    <a:lnTo>
                      <a:pt x="43355" y="25966"/>
                    </a:lnTo>
                    <a:cubicBezTo>
                      <a:pt x="43396" y="25741"/>
                      <a:pt x="43436" y="25515"/>
                      <a:pt x="43472" y="25288"/>
                    </a:cubicBezTo>
                    <a:lnTo>
                      <a:pt x="43024" y="25219"/>
                    </a:lnTo>
                    <a:close/>
                    <a:moveTo>
                      <a:pt x="1303" y="27864"/>
                    </a:moveTo>
                    <a:lnTo>
                      <a:pt x="868" y="27989"/>
                    </a:lnTo>
                    <a:cubicBezTo>
                      <a:pt x="933" y="28209"/>
                      <a:pt x="1000" y="28429"/>
                      <a:pt x="1071" y="28645"/>
                    </a:cubicBezTo>
                    <a:lnTo>
                      <a:pt x="1501" y="28507"/>
                    </a:lnTo>
                    <a:cubicBezTo>
                      <a:pt x="1432" y="28293"/>
                      <a:pt x="1365" y="28079"/>
                      <a:pt x="1303" y="27864"/>
                    </a:cubicBezTo>
                    <a:close/>
                    <a:moveTo>
                      <a:pt x="42243" y="28487"/>
                    </a:moveTo>
                    <a:cubicBezTo>
                      <a:pt x="42173" y="28700"/>
                      <a:pt x="42101" y="28913"/>
                      <a:pt x="42025" y="29124"/>
                    </a:cubicBezTo>
                    <a:lnTo>
                      <a:pt x="42451" y="29278"/>
                    </a:lnTo>
                    <a:cubicBezTo>
                      <a:pt x="42527" y="29062"/>
                      <a:pt x="42601" y="28844"/>
                      <a:pt x="42672" y="28626"/>
                    </a:cubicBezTo>
                    <a:lnTo>
                      <a:pt x="42243" y="28487"/>
                    </a:lnTo>
                    <a:close/>
                    <a:moveTo>
                      <a:pt x="2494" y="31005"/>
                    </a:moveTo>
                    <a:lnTo>
                      <a:pt x="2084" y="31198"/>
                    </a:lnTo>
                    <a:cubicBezTo>
                      <a:pt x="2182" y="31404"/>
                      <a:pt x="2282" y="31609"/>
                      <a:pt x="2386" y="31812"/>
                    </a:cubicBezTo>
                    <a:lnTo>
                      <a:pt x="2790" y="31608"/>
                    </a:lnTo>
                    <a:cubicBezTo>
                      <a:pt x="2687" y="31408"/>
                      <a:pt x="2590" y="31208"/>
                      <a:pt x="2494" y="31005"/>
                    </a:cubicBezTo>
                    <a:close/>
                    <a:moveTo>
                      <a:pt x="40956" y="31593"/>
                    </a:moveTo>
                    <a:cubicBezTo>
                      <a:pt x="40853" y="31793"/>
                      <a:pt x="40748" y="31991"/>
                      <a:pt x="40639" y="32189"/>
                    </a:cubicBezTo>
                    <a:lnTo>
                      <a:pt x="41035" y="32405"/>
                    </a:lnTo>
                    <a:cubicBezTo>
                      <a:pt x="41146" y="32206"/>
                      <a:pt x="41253" y="32002"/>
                      <a:pt x="41357" y="31798"/>
                    </a:cubicBezTo>
                    <a:lnTo>
                      <a:pt x="40956" y="31593"/>
                    </a:lnTo>
                    <a:close/>
                    <a:moveTo>
                      <a:pt x="4161" y="33917"/>
                    </a:moveTo>
                    <a:lnTo>
                      <a:pt x="3787" y="34173"/>
                    </a:lnTo>
                    <a:cubicBezTo>
                      <a:pt x="3916" y="34362"/>
                      <a:pt x="4048" y="34548"/>
                      <a:pt x="4182" y="34733"/>
                    </a:cubicBezTo>
                    <a:lnTo>
                      <a:pt x="4549" y="34467"/>
                    </a:lnTo>
                    <a:cubicBezTo>
                      <a:pt x="4417" y="34286"/>
                      <a:pt x="4288" y="34102"/>
                      <a:pt x="4161" y="33917"/>
                    </a:cubicBezTo>
                    <a:close/>
                    <a:moveTo>
                      <a:pt x="39196" y="34457"/>
                    </a:moveTo>
                    <a:cubicBezTo>
                      <a:pt x="39064" y="34639"/>
                      <a:pt x="38929" y="34818"/>
                      <a:pt x="38792" y="34996"/>
                    </a:cubicBezTo>
                    <a:lnTo>
                      <a:pt x="39149" y="35273"/>
                    </a:lnTo>
                    <a:lnTo>
                      <a:pt x="39149" y="35272"/>
                    </a:lnTo>
                    <a:cubicBezTo>
                      <a:pt x="39289" y="35092"/>
                      <a:pt x="39428" y="34908"/>
                      <a:pt x="39562" y="34723"/>
                    </a:cubicBezTo>
                    <a:lnTo>
                      <a:pt x="39196" y="34457"/>
                    </a:lnTo>
                    <a:close/>
                    <a:moveTo>
                      <a:pt x="6264" y="36537"/>
                    </a:moveTo>
                    <a:lnTo>
                      <a:pt x="5935" y="36846"/>
                    </a:lnTo>
                    <a:cubicBezTo>
                      <a:pt x="6092" y="37013"/>
                      <a:pt x="6251" y="37178"/>
                      <a:pt x="6413" y="37340"/>
                    </a:cubicBezTo>
                    <a:lnTo>
                      <a:pt x="6413" y="37339"/>
                    </a:lnTo>
                    <a:lnTo>
                      <a:pt x="6733" y="37020"/>
                    </a:lnTo>
                    <a:cubicBezTo>
                      <a:pt x="6574" y="36861"/>
                      <a:pt x="6418" y="36701"/>
                      <a:pt x="6264" y="36537"/>
                    </a:cubicBezTo>
                    <a:close/>
                    <a:moveTo>
                      <a:pt x="37012" y="37011"/>
                    </a:moveTo>
                    <a:cubicBezTo>
                      <a:pt x="36854" y="37170"/>
                      <a:pt x="36692" y="37327"/>
                      <a:pt x="36530" y="37481"/>
                    </a:cubicBezTo>
                    <a:lnTo>
                      <a:pt x="36839" y="37809"/>
                    </a:lnTo>
                    <a:cubicBezTo>
                      <a:pt x="37006" y="37652"/>
                      <a:pt x="37169" y="37494"/>
                      <a:pt x="37331" y="37332"/>
                    </a:cubicBezTo>
                    <a:lnTo>
                      <a:pt x="37012" y="37011"/>
                    </a:lnTo>
                    <a:close/>
                    <a:moveTo>
                      <a:pt x="8750" y="38797"/>
                    </a:moveTo>
                    <a:lnTo>
                      <a:pt x="8473" y="39154"/>
                    </a:lnTo>
                    <a:cubicBezTo>
                      <a:pt x="8654" y="39296"/>
                      <a:pt x="8838" y="39433"/>
                      <a:pt x="9023" y="39567"/>
                    </a:cubicBezTo>
                    <a:lnTo>
                      <a:pt x="9289" y="39202"/>
                    </a:lnTo>
                    <a:cubicBezTo>
                      <a:pt x="9107" y="39070"/>
                      <a:pt x="8927" y="38936"/>
                      <a:pt x="8750" y="38797"/>
                    </a:cubicBezTo>
                    <a:close/>
                    <a:moveTo>
                      <a:pt x="34458" y="39196"/>
                    </a:moveTo>
                    <a:cubicBezTo>
                      <a:pt x="34278" y="39328"/>
                      <a:pt x="34095" y="39457"/>
                      <a:pt x="33910" y="39582"/>
                    </a:cubicBezTo>
                    <a:lnTo>
                      <a:pt x="34164" y="39955"/>
                    </a:lnTo>
                    <a:cubicBezTo>
                      <a:pt x="34353" y="39827"/>
                      <a:pt x="34539" y="39694"/>
                      <a:pt x="34724" y="39561"/>
                    </a:cubicBezTo>
                    <a:lnTo>
                      <a:pt x="34458" y="39196"/>
                    </a:lnTo>
                    <a:close/>
                    <a:moveTo>
                      <a:pt x="11559" y="40644"/>
                    </a:moveTo>
                    <a:lnTo>
                      <a:pt x="11341" y="41041"/>
                    </a:lnTo>
                    <a:cubicBezTo>
                      <a:pt x="11542" y="41152"/>
                      <a:pt x="11744" y="41259"/>
                      <a:pt x="11949" y="41363"/>
                    </a:cubicBezTo>
                    <a:lnTo>
                      <a:pt x="12155" y="40960"/>
                    </a:lnTo>
                    <a:cubicBezTo>
                      <a:pt x="11954" y="40858"/>
                      <a:pt x="11755" y="40753"/>
                      <a:pt x="11559" y="40644"/>
                    </a:cubicBezTo>
                    <a:close/>
                    <a:moveTo>
                      <a:pt x="31597" y="40952"/>
                    </a:moveTo>
                    <a:cubicBezTo>
                      <a:pt x="31399" y="41054"/>
                      <a:pt x="31197" y="41153"/>
                      <a:pt x="30996" y="41249"/>
                    </a:cubicBezTo>
                    <a:lnTo>
                      <a:pt x="31189" y="41657"/>
                    </a:lnTo>
                    <a:cubicBezTo>
                      <a:pt x="31395" y="41560"/>
                      <a:pt x="31600" y="41459"/>
                      <a:pt x="31803" y="41355"/>
                    </a:cubicBezTo>
                    <a:lnTo>
                      <a:pt x="31597" y="40952"/>
                    </a:lnTo>
                    <a:close/>
                    <a:moveTo>
                      <a:pt x="14623" y="42027"/>
                    </a:moveTo>
                    <a:lnTo>
                      <a:pt x="14470" y="42453"/>
                    </a:lnTo>
                    <a:cubicBezTo>
                      <a:pt x="14686" y="42531"/>
                      <a:pt x="14904" y="42605"/>
                      <a:pt x="15122" y="42676"/>
                    </a:cubicBezTo>
                    <a:lnTo>
                      <a:pt x="15261" y="42245"/>
                    </a:lnTo>
                    <a:cubicBezTo>
                      <a:pt x="15048" y="42176"/>
                      <a:pt x="14835" y="42103"/>
                      <a:pt x="14623" y="42027"/>
                    </a:cubicBezTo>
                    <a:close/>
                    <a:moveTo>
                      <a:pt x="28496" y="42240"/>
                    </a:moveTo>
                    <a:cubicBezTo>
                      <a:pt x="28283" y="42310"/>
                      <a:pt x="28070" y="42374"/>
                      <a:pt x="27853" y="42437"/>
                    </a:cubicBezTo>
                    <a:lnTo>
                      <a:pt x="27979" y="42871"/>
                    </a:lnTo>
                    <a:cubicBezTo>
                      <a:pt x="28200" y="42807"/>
                      <a:pt x="28418" y="42741"/>
                      <a:pt x="28636" y="42670"/>
                    </a:cubicBezTo>
                    <a:lnTo>
                      <a:pt x="28496" y="42240"/>
                    </a:lnTo>
                    <a:close/>
                    <a:moveTo>
                      <a:pt x="17866" y="42911"/>
                    </a:moveTo>
                    <a:lnTo>
                      <a:pt x="17782" y="43355"/>
                    </a:lnTo>
                    <a:cubicBezTo>
                      <a:pt x="18007" y="43398"/>
                      <a:pt x="18233" y="43436"/>
                      <a:pt x="18460" y="43473"/>
                    </a:cubicBezTo>
                    <a:lnTo>
                      <a:pt x="18529" y="43025"/>
                    </a:lnTo>
                    <a:cubicBezTo>
                      <a:pt x="18308" y="42990"/>
                      <a:pt x="18086" y="42952"/>
                      <a:pt x="17866" y="42911"/>
                    </a:cubicBezTo>
                    <a:close/>
                    <a:moveTo>
                      <a:pt x="25230" y="43022"/>
                    </a:moveTo>
                    <a:cubicBezTo>
                      <a:pt x="25008" y="43056"/>
                      <a:pt x="24787" y="43088"/>
                      <a:pt x="24562" y="43116"/>
                    </a:cubicBezTo>
                    <a:lnTo>
                      <a:pt x="24620" y="43565"/>
                    </a:lnTo>
                    <a:cubicBezTo>
                      <a:pt x="24848" y="43537"/>
                      <a:pt x="25074" y="43504"/>
                      <a:pt x="25299" y="43469"/>
                    </a:cubicBezTo>
                    <a:lnTo>
                      <a:pt x="25230" y="43022"/>
                    </a:lnTo>
                    <a:close/>
                    <a:moveTo>
                      <a:pt x="21207" y="43274"/>
                    </a:moveTo>
                    <a:lnTo>
                      <a:pt x="21194" y="43727"/>
                    </a:lnTo>
                    <a:cubicBezTo>
                      <a:pt x="21410" y="43734"/>
                      <a:pt x="21628" y="43737"/>
                      <a:pt x="21856" y="43737"/>
                    </a:cubicBezTo>
                    <a:lnTo>
                      <a:pt x="21856" y="43735"/>
                    </a:lnTo>
                    <a:lnTo>
                      <a:pt x="21878" y="43735"/>
                    </a:lnTo>
                    <a:lnTo>
                      <a:pt x="21878" y="43674"/>
                    </a:lnTo>
                    <a:lnTo>
                      <a:pt x="21869" y="43284"/>
                    </a:lnTo>
                    <a:cubicBezTo>
                      <a:pt x="21648" y="43284"/>
                      <a:pt x="21427" y="43281"/>
                      <a:pt x="21207" y="432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6"/>
              <p:cNvSpPr/>
              <p:nvPr/>
            </p:nvSpPr>
            <p:spPr>
              <a:xfrm>
                <a:off x="4015100" y="1891050"/>
                <a:ext cx="314250" cy="635550"/>
              </a:xfrm>
              <a:custGeom>
                <a:avLst/>
                <a:gdLst/>
                <a:ahLst/>
                <a:cxnLst/>
                <a:rect l="l" t="t" r="r" b="b"/>
                <a:pathLst>
                  <a:path w="12570" h="25422" extrusionOk="0">
                    <a:moveTo>
                      <a:pt x="11291" y="1"/>
                    </a:moveTo>
                    <a:lnTo>
                      <a:pt x="10868" y="161"/>
                    </a:lnTo>
                    <a:cubicBezTo>
                      <a:pt x="11697" y="2351"/>
                      <a:pt x="12117" y="4659"/>
                      <a:pt x="12117" y="7024"/>
                    </a:cubicBezTo>
                    <a:cubicBezTo>
                      <a:pt x="12117" y="14965"/>
                      <a:pt x="7360" y="22023"/>
                      <a:pt x="0" y="25003"/>
                    </a:cubicBezTo>
                    <a:lnTo>
                      <a:pt x="169" y="25421"/>
                    </a:lnTo>
                    <a:cubicBezTo>
                      <a:pt x="7702" y="22373"/>
                      <a:pt x="12569" y="15150"/>
                      <a:pt x="12569" y="7024"/>
                    </a:cubicBezTo>
                    <a:cubicBezTo>
                      <a:pt x="12569" y="4605"/>
                      <a:pt x="12140" y="2242"/>
                      <a:pt x="11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6"/>
              <p:cNvSpPr/>
              <p:nvPr/>
            </p:nvSpPr>
            <p:spPr>
              <a:xfrm>
                <a:off x="3650025" y="1570625"/>
                <a:ext cx="518400" cy="138650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5546" extrusionOk="0">
                    <a:moveTo>
                      <a:pt x="7332" y="1"/>
                    </a:moveTo>
                    <a:cubicBezTo>
                      <a:pt x="4800" y="1"/>
                      <a:pt x="2333" y="470"/>
                      <a:pt x="1" y="1398"/>
                    </a:cubicBezTo>
                    <a:lnTo>
                      <a:pt x="167" y="1818"/>
                    </a:lnTo>
                    <a:cubicBezTo>
                      <a:pt x="2447" y="913"/>
                      <a:pt x="4858" y="452"/>
                      <a:pt x="7332" y="452"/>
                    </a:cubicBezTo>
                    <a:cubicBezTo>
                      <a:pt x="12196" y="452"/>
                      <a:pt x="16847" y="2261"/>
                      <a:pt x="20430" y="5545"/>
                    </a:cubicBezTo>
                    <a:lnTo>
                      <a:pt x="20736" y="5211"/>
                    </a:lnTo>
                    <a:cubicBezTo>
                      <a:pt x="17070" y="1851"/>
                      <a:pt x="12310" y="1"/>
                      <a:pt x="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6"/>
              <p:cNvSpPr/>
              <p:nvPr/>
            </p:nvSpPr>
            <p:spPr>
              <a:xfrm>
                <a:off x="3337275" y="1724525"/>
                <a:ext cx="376225" cy="822850"/>
              </a:xfrm>
              <a:custGeom>
                <a:avLst/>
                <a:gdLst/>
                <a:ahLst/>
                <a:cxnLst/>
                <a:rect l="l" t="t" r="r" b="b"/>
                <a:pathLst>
                  <a:path w="15049" h="32914" extrusionOk="0">
                    <a:moveTo>
                      <a:pt x="5476" y="0"/>
                    </a:moveTo>
                    <a:cubicBezTo>
                      <a:pt x="1945" y="3704"/>
                      <a:pt x="1" y="8565"/>
                      <a:pt x="1" y="13685"/>
                    </a:cubicBezTo>
                    <a:cubicBezTo>
                      <a:pt x="1" y="22769"/>
                      <a:pt x="6143" y="30676"/>
                      <a:pt x="14936" y="32913"/>
                    </a:cubicBezTo>
                    <a:lnTo>
                      <a:pt x="15048" y="32475"/>
                    </a:lnTo>
                    <a:cubicBezTo>
                      <a:pt x="6456" y="30290"/>
                      <a:pt x="454" y="22563"/>
                      <a:pt x="454" y="13685"/>
                    </a:cubicBezTo>
                    <a:cubicBezTo>
                      <a:pt x="454" y="8682"/>
                      <a:pt x="2354" y="3932"/>
                      <a:pt x="5803" y="313"/>
                    </a:cubicBezTo>
                    <a:lnTo>
                      <a:pt x="54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6"/>
              <p:cNvSpPr/>
              <p:nvPr/>
            </p:nvSpPr>
            <p:spPr>
              <a:xfrm>
                <a:off x="3383450" y="1683375"/>
                <a:ext cx="279575" cy="790175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31607" extrusionOk="0">
                    <a:moveTo>
                      <a:pt x="8567" y="1"/>
                    </a:moveTo>
                    <a:cubicBezTo>
                      <a:pt x="3203" y="3307"/>
                      <a:pt x="1" y="9038"/>
                      <a:pt x="1" y="15331"/>
                    </a:cubicBezTo>
                    <a:cubicBezTo>
                      <a:pt x="1" y="22256"/>
                      <a:pt x="4049" y="28645"/>
                      <a:pt x="10313" y="31607"/>
                    </a:cubicBezTo>
                    <a:lnTo>
                      <a:pt x="11182" y="29766"/>
                    </a:lnTo>
                    <a:cubicBezTo>
                      <a:pt x="5626" y="27140"/>
                      <a:pt x="2036" y="21473"/>
                      <a:pt x="2036" y="15331"/>
                    </a:cubicBezTo>
                    <a:cubicBezTo>
                      <a:pt x="2036" y="9750"/>
                      <a:pt x="4876" y="4666"/>
                      <a:pt x="9634" y="1734"/>
                    </a:cubicBezTo>
                    <a:lnTo>
                      <a:pt x="8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6"/>
              <p:cNvSpPr/>
              <p:nvPr/>
            </p:nvSpPr>
            <p:spPr>
              <a:xfrm>
                <a:off x="3833325" y="1616775"/>
                <a:ext cx="449850" cy="843600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33744" extrusionOk="0">
                    <a:moveTo>
                      <a:pt x="0" y="0"/>
                    </a:moveTo>
                    <a:lnTo>
                      <a:pt x="0" y="2035"/>
                    </a:lnTo>
                    <a:cubicBezTo>
                      <a:pt x="8799" y="2035"/>
                      <a:pt x="15960" y="9196"/>
                      <a:pt x="15960" y="17995"/>
                    </a:cubicBezTo>
                    <a:cubicBezTo>
                      <a:pt x="15960" y="23797"/>
                      <a:pt x="12802" y="29149"/>
                      <a:pt x="7722" y="31965"/>
                    </a:cubicBezTo>
                    <a:lnTo>
                      <a:pt x="8707" y="33744"/>
                    </a:lnTo>
                    <a:cubicBezTo>
                      <a:pt x="14436" y="30572"/>
                      <a:pt x="17993" y="24537"/>
                      <a:pt x="17993" y="17995"/>
                    </a:cubicBezTo>
                    <a:cubicBezTo>
                      <a:pt x="17993" y="8072"/>
                      <a:pt x="9921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6"/>
              <p:cNvSpPr/>
              <p:nvPr/>
            </p:nvSpPr>
            <p:spPr>
              <a:xfrm>
                <a:off x="3473875" y="1707175"/>
                <a:ext cx="718925" cy="718925"/>
              </a:xfrm>
              <a:custGeom>
                <a:avLst/>
                <a:gdLst/>
                <a:ahLst/>
                <a:cxnLst/>
                <a:rect l="l" t="t" r="r" b="b"/>
                <a:pathLst>
                  <a:path w="28757" h="28757" extrusionOk="0">
                    <a:moveTo>
                      <a:pt x="14342" y="1"/>
                    </a:moveTo>
                    <a:lnTo>
                      <a:pt x="14342" y="452"/>
                    </a:lnTo>
                    <a:lnTo>
                      <a:pt x="14378" y="452"/>
                    </a:lnTo>
                    <a:cubicBezTo>
                      <a:pt x="14950" y="452"/>
                      <a:pt x="15525" y="488"/>
                      <a:pt x="16088" y="556"/>
                    </a:cubicBezTo>
                    <a:lnTo>
                      <a:pt x="16143" y="108"/>
                    </a:lnTo>
                    <a:cubicBezTo>
                      <a:pt x="15563" y="37"/>
                      <a:pt x="14970" y="1"/>
                      <a:pt x="14375" y="1"/>
                    </a:cubicBezTo>
                    <a:close/>
                    <a:moveTo>
                      <a:pt x="11649" y="258"/>
                    </a:moveTo>
                    <a:cubicBezTo>
                      <a:pt x="11059" y="372"/>
                      <a:pt x="10471" y="524"/>
                      <a:pt x="9901" y="711"/>
                    </a:cubicBezTo>
                    <a:lnTo>
                      <a:pt x="10042" y="1140"/>
                    </a:lnTo>
                    <a:cubicBezTo>
                      <a:pt x="10594" y="960"/>
                      <a:pt x="11163" y="813"/>
                      <a:pt x="11735" y="703"/>
                    </a:cubicBezTo>
                    <a:lnTo>
                      <a:pt x="11649" y="258"/>
                    </a:lnTo>
                    <a:close/>
                    <a:moveTo>
                      <a:pt x="18785" y="688"/>
                    </a:moveTo>
                    <a:lnTo>
                      <a:pt x="18646" y="1119"/>
                    </a:lnTo>
                    <a:cubicBezTo>
                      <a:pt x="19199" y="1296"/>
                      <a:pt x="19748" y="1512"/>
                      <a:pt x="20273" y="1758"/>
                    </a:cubicBezTo>
                    <a:lnTo>
                      <a:pt x="20465" y="1349"/>
                    </a:lnTo>
                    <a:cubicBezTo>
                      <a:pt x="19921" y="1094"/>
                      <a:pt x="19356" y="871"/>
                      <a:pt x="18785" y="688"/>
                    </a:cubicBezTo>
                    <a:close/>
                    <a:moveTo>
                      <a:pt x="7422" y="1791"/>
                    </a:moveTo>
                    <a:cubicBezTo>
                      <a:pt x="6898" y="2082"/>
                      <a:pt x="6386" y="2409"/>
                      <a:pt x="5902" y="2763"/>
                    </a:cubicBezTo>
                    <a:lnTo>
                      <a:pt x="6168" y="3128"/>
                    </a:lnTo>
                    <a:cubicBezTo>
                      <a:pt x="6637" y="2786"/>
                      <a:pt x="7132" y="2469"/>
                      <a:pt x="7641" y="2188"/>
                    </a:cubicBezTo>
                    <a:lnTo>
                      <a:pt x="7422" y="1791"/>
                    </a:lnTo>
                    <a:close/>
                    <a:moveTo>
                      <a:pt x="22797" y="2721"/>
                    </a:moveTo>
                    <a:lnTo>
                      <a:pt x="22531" y="3088"/>
                    </a:lnTo>
                    <a:cubicBezTo>
                      <a:pt x="23002" y="3429"/>
                      <a:pt x="23457" y="3802"/>
                      <a:pt x="23881" y="4198"/>
                    </a:cubicBezTo>
                    <a:lnTo>
                      <a:pt x="24190" y="3868"/>
                    </a:lnTo>
                    <a:cubicBezTo>
                      <a:pt x="23752" y="3458"/>
                      <a:pt x="23283" y="3072"/>
                      <a:pt x="22797" y="2721"/>
                    </a:cubicBezTo>
                    <a:close/>
                    <a:moveTo>
                      <a:pt x="3876" y="4557"/>
                    </a:moveTo>
                    <a:cubicBezTo>
                      <a:pt x="3466" y="4996"/>
                      <a:pt x="3080" y="5464"/>
                      <a:pt x="2728" y="5950"/>
                    </a:cubicBezTo>
                    <a:lnTo>
                      <a:pt x="3095" y="6216"/>
                    </a:lnTo>
                    <a:cubicBezTo>
                      <a:pt x="3435" y="5745"/>
                      <a:pt x="3810" y="5290"/>
                      <a:pt x="4207" y="4866"/>
                    </a:cubicBezTo>
                    <a:lnTo>
                      <a:pt x="3876" y="4557"/>
                    </a:lnTo>
                    <a:close/>
                    <a:moveTo>
                      <a:pt x="25986" y="5892"/>
                    </a:moveTo>
                    <a:lnTo>
                      <a:pt x="25621" y="6159"/>
                    </a:lnTo>
                    <a:cubicBezTo>
                      <a:pt x="25964" y="6629"/>
                      <a:pt x="26282" y="7123"/>
                      <a:pt x="26563" y="7631"/>
                    </a:cubicBezTo>
                    <a:lnTo>
                      <a:pt x="26959" y="7412"/>
                    </a:lnTo>
                    <a:cubicBezTo>
                      <a:pt x="26668" y="6886"/>
                      <a:pt x="26341" y="6376"/>
                      <a:pt x="25986" y="5892"/>
                    </a:cubicBezTo>
                    <a:close/>
                    <a:moveTo>
                      <a:pt x="1353" y="8281"/>
                    </a:moveTo>
                    <a:cubicBezTo>
                      <a:pt x="1097" y="8824"/>
                      <a:pt x="876" y="9389"/>
                      <a:pt x="691" y="9961"/>
                    </a:cubicBezTo>
                    <a:lnTo>
                      <a:pt x="1122" y="10100"/>
                    </a:lnTo>
                    <a:cubicBezTo>
                      <a:pt x="1301" y="9546"/>
                      <a:pt x="1515" y="8999"/>
                      <a:pt x="1763" y="8472"/>
                    </a:cubicBezTo>
                    <a:lnTo>
                      <a:pt x="1353" y="8281"/>
                    </a:lnTo>
                    <a:close/>
                    <a:moveTo>
                      <a:pt x="28043" y="9890"/>
                    </a:moveTo>
                    <a:lnTo>
                      <a:pt x="27612" y="10030"/>
                    </a:lnTo>
                    <a:cubicBezTo>
                      <a:pt x="27793" y="10584"/>
                      <a:pt x="27942" y="11152"/>
                      <a:pt x="28051" y="11722"/>
                    </a:cubicBezTo>
                    <a:lnTo>
                      <a:pt x="28495" y="11638"/>
                    </a:lnTo>
                    <a:cubicBezTo>
                      <a:pt x="28381" y="11048"/>
                      <a:pt x="28229" y="10460"/>
                      <a:pt x="28043" y="9890"/>
                    </a:cubicBezTo>
                    <a:close/>
                    <a:moveTo>
                      <a:pt x="108" y="12601"/>
                    </a:moveTo>
                    <a:cubicBezTo>
                      <a:pt x="37" y="13186"/>
                      <a:pt x="0" y="13784"/>
                      <a:pt x="0" y="14379"/>
                    </a:cubicBezTo>
                    <a:lnTo>
                      <a:pt x="0" y="14402"/>
                    </a:lnTo>
                    <a:lnTo>
                      <a:pt x="451" y="14402"/>
                    </a:lnTo>
                    <a:lnTo>
                      <a:pt x="451" y="14379"/>
                    </a:lnTo>
                    <a:cubicBezTo>
                      <a:pt x="451" y="13802"/>
                      <a:pt x="488" y="13224"/>
                      <a:pt x="557" y="12657"/>
                    </a:cubicBezTo>
                    <a:lnTo>
                      <a:pt x="108" y="12601"/>
                    </a:lnTo>
                    <a:close/>
                    <a:moveTo>
                      <a:pt x="28304" y="14329"/>
                    </a:moveTo>
                    <a:lnTo>
                      <a:pt x="28304" y="14379"/>
                    </a:lnTo>
                    <a:cubicBezTo>
                      <a:pt x="28304" y="14962"/>
                      <a:pt x="28267" y="15548"/>
                      <a:pt x="28196" y="16123"/>
                    </a:cubicBezTo>
                    <a:lnTo>
                      <a:pt x="28644" y="16179"/>
                    </a:lnTo>
                    <a:cubicBezTo>
                      <a:pt x="28718" y="15586"/>
                      <a:pt x="28756" y="14980"/>
                      <a:pt x="28756" y="14379"/>
                    </a:cubicBezTo>
                    <a:lnTo>
                      <a:pt x="28756" y="14329"/>
                    </a:lnTo>
                    <a:close/>
                    <a:moveTo>
                      <a:pt x="701" y="17010"/>
                    </a:moveTo>
                    <a:lnTo>
                      <a:pt x="256" y="17095"/>
                    </a:lnTo>
                    <a:cubicBezTo>
                      <a:pt x="369" y="17684"/>
                      <a:pt x="521" y="18272"/>
                      <a:pt x="706" y="18842"/>
                    </a:cubicBezTo>
                    <a:lnTo>
                      <a:pt x="1137" y="18702"/>
                    </a:lnTo>
                    <a:cubicBezTo>
                      <a:pt x="957" y="18150"/>
                      <a:pt x="810" y="17580"/>
                      <a:pt x="701" y="17010"/>
                    </a:cubicBezTo>
                    <a:close/>
                    <a:moveTo>
                      <a:pt x="27626" y="18681"/>
                    </a:moveTo>
                    <a:cubicBezTo>
                      <a:pt x="27448" y="19234"/>
                      <a:pt x="27232" y="19781"/>
                      <a:pt x="26984" y="20306"/>
                    </a:cubicBezTo>
                    <a:lnTo>
                      <a:pt x="27392" y="20499"/>
                    </a:lnTo>
                    <a:cubicBezTo>
                      <a:pt x="27648" y="19956"/>
                      <a:pt x="27871" y="19391"/>
                      <a:pt x="28058" y="18819"/>
                    </a:cubicBezTo>
                    <a:lnTo>
                      <a:pt x="27626" y="18681"/>
                    </a:lnTo>
                    <a:close/>
                    <a:moveTo>
                      <a:pt x="2181" y="21106"/>
                    </a:moveTo>
                    <a:lnTo>
                      <a:pt x="1786" y="21324"/>
                    </a:lnTo>
                    <a:cubicBezTo>
                      <a:pt x="2075" y="21848"/>
                      <a:pt x="2403" y="22360"/>
                      <a:pt x="2756" y="22845"/>
                    </a:cubicBezTo>
                    <a:lnTo>
                      <a:pt x="3121" y="22578"/>
                    </a:lnTo>
                    <a:cubicBezTo>
                      <a:pt x="2778" y="22109"/>
                      <a:pt x="2462" y="21613"/>
                      <a:pt x="2181" y="21106"/>
                    </a:cubicBezTo>
                    <a:close/>
                    <a:moveTo>
                      <a:pt x="25647" y="22561"/>
                    </a:moveTo>
                    <a:cubicBezTo>
                      <a:pt x="25307" y="23030"/>
                      <a:pt x="24932" y="23483"/>
                      <a:pt x="24534" y="23908"/>
                    </a:cubicBezTo>
                    <a:lnTo>
                      <a:pt x="24863" y="24217"/>
                    </a:lnTo>
                    <a:cubicBezTo>
                      <a:pt x="25274" y="23781"/>
                      <a:pt x="25660" y="23311"/>
                      <a:pt x="26014" y="22827"/>
                    </a:cubicBezTo>
                    <a:lnTo>
                      <a:pt x="25647" y="22561"/>
                    </a:lnTo>
                    <a:close/>
                    <a:moveTo>
                      <a:pt x="4858" y="24542"/>
                    </a:moveTo>
                    <a:lnTo>
                      <a:pt x="4549" y="24871"/>
                    </a:lnTo>
                    <a:cubicBezTo>
                      <a:pt x="4985" y="25282"/>
                      <a:pt x="5454" y="25669"/>
                      <a:pt x="5940" y="26021"/>
                    </a:cubicBezTo>
                    <a:lnTo>
                      <a:pt x="6206" y="25656"/>
                    </a:lnTo>
                    <a:cubicBezTo>
                      <a:pt x="5735" y="25314"/>
                      <a:pt x="5280" y="24939"/>
                      <a:pt x="4858" y="24542"/>
                    </a:cubicBezTo>
                    <a:close/>
                    <a:moveTo>
                      <a:pt x="22569" y="25642"/>
                    </a:moveTo>
                    <a:cubicBezTo>
                      <a:pt x="22099" y="25984"/>
                      <a:pt x="21603" y="26302"/>
                      <a:pt x="21094" y="26581"/>
                    </a:cubicBezTo>
                    <a:lnTo>
                      <a:pt x="21314" y="26977"/>
                    </a:lnTo>
                    <a:cubicBezTo>
                      <a:pt x="21838" y="26688"/>
                      <a:pt x="22350" y="26363"/>
                      <a:pt x="22835" y="26008"/>
                    </a:cubicBezTo>
                    <a:lnTo>
                      <a:pt x="22569" y="25642"/>
                    </a:lnTo>
                    <a:close/>
                    <a:moveTo>
                      <a:pt x="8461" y="26989"/>
                    </a:moveTo>
                    <a:lnTo>
                      <a:pt x="8269" y="27397"/>
                    </a:lnTo>
                    <a:cubicBezTo>
                      <a:pt x="8813" y="27653"/>
                      <a:pt x="9378" y="27876"/>
                      <a:pt x="9948" y="28061"/>
                    </a:cubicBezTo>
                    <a:lnTo>
                      <a:pt x="10088" y="27631"/>
                    </a:lnTo>
                    <a:cubicBezTo>
                      <a:pt x="9535" y="27451"/>
                      <a:pt x="8988" y="27237"/>
                      <a:pt x="8461" y="26989"/>
                    </a:cubicBezTo>
                    <a:close/>
                    <a:moveTo>
                      <a:pt x="18692" y="27623"/>
                    </a:moveTo>
                    <a:cubicBezTo>
                      <a:pt x="18139" y="27803"/>
                      <a:pt x="17569" y="27950"/>
                      <a:pt x="16999" y="28058"/>
                    </a:cubicBezTo>
                    <a:lnTo>
                      <a:pt x="17083" y="28502"/>
                    </a:lnTo>
                    <a:cubicBezTo>
                      <a:pt x="17673" y="28390"/>
                      <a:pt x="18261" y="28239"/>
                      <a:pt x="18831" y="28054"/>
                    </a:cubicBezTo>
                    <a:lnTo>
                      <a:pt x="18692" y="27623"/>
                    </a:lnTo>
                    <a:close/>
                    <a:moveTo>
                      <a:pt x="12645" y="28198"/>
                    </a:moveTo>
                    <a:lnTo>
                      <a:pt x="12589" y="28646"/>
                    </a:lnTo>
                    <a:cubicBezTo>
                      <a:pt x="13179" y="28720"/>
                      <a:pt x="13780" y="28757"/>
                      <a:pt x="14378" y="28757"/>
                    </a:cubicBezTo>
                    <a:lnTo>
                      <a:pt x="14390" y="28757"/>
                    </a:lnTo>
                    <a:lnTo>
                      <a:pt x="14378" y="28304"/>
                    </a:lnTo>
                    <a:cubicBezTo>
                      <a:pt x="13799" y="28304"/>
                      <a:pt x="13215" y="28268"/>
                      <a:pt x="12645" y="281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6"/>
              <p:cNvSpPr/>
              <p:nvPr/>
            </p:nvSpPr>
            <p:spPr>
              <a:xfrm>
                <a:off x="3733550" y="1966850"/>
                <a:ext cx="199550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7982" extrusionOk="0">
                    <a:moveTo>
                      <a:pt x="3991" y="795"/>
                    </a:moveTo>
                    <a:cubicBezTo>
                      <a:pt x="5754" y="795"/>
                      <a:pt x="7188" y="2229"/>
                      <a:pt x="7188" y="3992"/>
                    </a:cubicBezTo>
                    <a:cubicBezTo>
                      <a:pt x="7188" y="5754"/>
                      <a:pt x="5754" y="7188"/>
                      <a:pt x="3991" y="7188"/>
                    </a:cubicBezTo>
                    <a:cubicBezTo>
                      <a:pt x="2229" y="7188"/>
                      <a:pt x="795" y="5754"/>
                      <a:pt x="795" y="3992"/>
                    </a:cubicBezTo>
                    <a:cubicBezTo>
                      <a:pt x="795" y="2229"/>
                      <a:pt x="2229" y="795"/>
                      <a:pt x="3991" y="795"/>
                    </a:cubicBezTo>
                    <a:close/>
                    <a:moveTo>
                      <a:pt x="3991" y="0"/>
                    </a:moveTo>
                    <a:cubicBezTo>
                      <a:pt x="1791" y="0"/>
                      <a:pt x="0" y="1791"/>
                      <a:pt x="0" y="3992"/>
                    </a:cubicBezTo>
                    <a:cubicBezTo>
                      <a:pt x="0" y="6192"/>
                      <a:pt x="1791" y="7981"/>
                      <a:pt x="3991" y="7981"/>
                    </a:cubicBezTo>
                    <a:cubicBezTo>
                      <a:pt x="6192" y="7981"/>
                      <a:pt x="7981" y="6192"/>
                      <a:pt x="7981" y="3992"/>
                    </a:cubicBezTo>
                    <a:cubicBezTo>
                      <a:pt x="7981" y="1791"/>
                      <a:pt x="6192" y="0"/>
                      <a:pt x="3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6"/>
              <p:cNvSpPr/>
              <p:nvPr/>
            </p:nvSpPr>
            <p:spPr>
              <a:xfrm>
                <a:off x="3643825" y="1877125"/>
                <a:ext cx="379025" cy="379025"/>
              </a:xfrm>
              <a:custGeom>
                <a:avLst/>
                <a:gdLst/>
                <a:ahLst/>
                <a:cxnLst/>
                <a:rect l="l" t="t" r="r" b="b"/>
                <a:pathLst>
                  <a:path w="15161" h="15161" extrusionOk="0">
                    <a:moveTo>
                      <a:pt x="8940" y="503"/>
                    </a:moveTo>
                    <a:cubicBezTo>
                      <a:pt x="9011" y="503"/>
                      <a:pt x="9069" y="561"/>
                      <a:pt x="9069" y="632"/>
                    </a:cubicBezTo>
                    <a:lnTo>
                      <a:pt x="9069" y="1678"/>
                    </a:lnTo>
                    <a:cubicBezTo>
                      <a:pt x="9069" y="1944"/>
                      <a:pt x="9236" y="2182"/>
                      <a:pt x="9485" y="2272"/>
                    </a:cubicBezTo>
                    <a:cubicBezTo>
                      <a:pt x="9655" y="2332"/>
                      <a:pt x="9822" y="2403"/>
                      <a:pt x="9986" y="2479"/>
                    </a:cubicBezTo>
                    <a:cubicBezTo>
                      <a:pt x="10071" y="2520"/>
                      <a:pt x="10163" y="2539"/>
                      <a:pt x="10254" y="2539"/>
                    </a:cubicBezTo>
                    <a:cubicBezTo>
                      <a:pt x="10418" y="2539"/>
                      <a:pt x="10580" y="2475"/>
                      <a:pt x="10701" y="2355"/>
                    </a:cubicBezTo>
                    <a:lnTo>
                      <a:pt x="11441" y="1615"/>
                    </a:lnTo>
                    <a:cubicBezTo>
                      <a:pt x="11466" y="1590"/>
                      <a:pt x="11499" y="1578"/>
                      <a:pt x="11532" y="1578"/>
                    </a:cubicBezTo>
                    <a:cubicBezTo>
                      <a:pt x="11565" y="1578"/>
                      <a:pt x="11598" y="1590"/>
                      <a:pt x="11623" y="1615"/>
                    </a:cubicBezTo>
                    <a:lnTo>
                      <a:pt x="13546" y="3536"/>
                    </a:lnTo>
                    <a:cubicBezTo>
                      <a:pt x="13571" y="3561"/>
                      <a:pt x="13584" y="3592"/>
                      <a:pt x="13584" y="3629"/>
                    </a:cubicBezTo>
                    <a:cubicBezTo>
                      <a:pt x="13584" y="3663"/>
                      <a:pt x="13571" y="3695"/>
                      <a:pt x="13546" y="3720"/>
                    </a:cubicBezTo>
                    <a:lnTo>
                      <a:pt x="12806" y="4460"/>
                    </a:lnTo>
                    <a:cubicBezTo>
                      <a:pt x="12618" y="4648"/>
                      <a:pt x="12568" y="4936"/>
                      <a:pt x="12682" y="5175"/>
                    </a:cubicBezTo>
                    <a:cubicBezTo>
                      <a:pt x="12758" y="5339"/>
                      <a:pt x="12827" y="5506"/>
                      <a:pt x="12889" y="5674"/>
                    </a:cubicBezTo>
                    <a:cubicBezTo>
                      <a:pt x="12978" y="5924"/>
                      <a:pt x="13217" y="6092"/>
                      <a:pt x="13482" y="6092"/>
                    </a:cubicBezTo>
                    <a:lnTo>
                      <a:pt x="14529" y="6092"/>
                    </a:lnTo>
                    <a:cubicBezTo>
                      <a:pt x="14600" y="6092"/>
                      <a:pt x="14658" y="6150"/>
                      <a:pt x="14658" y="6221"/>
                    </a:cubicBezTo>
                    <a:lnTo>
                      <a:pt x="14658" y="8940"/>
                    </a:lnTo>
                    <a:cubicBezTo>
                      <a:pt x="14658" y="9011"/>
                      <a:pt x="14600" y="9069"/>
                      <a:pt x="14529" y="9069"/>
                    </a:cubicBezTo>
                    <a:lnTo>
                      <a:pt x="13482" y="9069"/>
                    </a:lnTo>
                    <a:cubicBezTo>
                      <a:pt x="13217" y="9069"/>
                      <a:pt x="12978" y="9236"/>
                      <a:pt x="12889" y="9487"/>
                    </a:cubicBezTo>
                    <a:lnTo>
                      <a:pt x="12889" y="9485"/>
                    </a:lnTo>
                    <a:cubicBezTo>
                      <a:pt x="12829" y="9654"/>
                      <a:pt x="12758" y="9822"/>
                      <a:pt x="12682" y="9986"/>
                    </a:cubicBezTo>
                    <a:cubicBezTo>
                      <a:pt x="12568" y="10226"/>
                      <a:pt x="12618" y="10513"/>
                      <a:pt x="12806" y="10701"/>
                    </a:cubicBezTo>
                    <a:lnTo>
                      <a:pt x="13546" y="11441"/>
                    </a:lnTo>
                    <a:cubicBezTo>
                      <a:pt x="13571" y="11466"/>
                      <a:pt x="13584" y="11498"/>
                      <a:pt x="13584" y="11532"/>
                    </a:cubicBezTo>
                    <a:cubicBezTo>
                      <a:pt x="13584" y="11567"/>
                      <a:pt x="13571" y="11598"/>
                      <a:pt x="13546" y="11623"/>
                    </a:cubicBezTo>
                    <a:lnTo>
                      <a:pt x="11625" y="13546"/>
                    </a:lnTo>
                    <a:cubicBezTo>
                      <a:pt x="11600" y="13571"/>
                      <a:pt x="11566" y="13583"/>
                      <a:pt x="11533" y="13583"/>
                    </a:cubicBezTo>
                    <a:cubicBezTo>
                      <a:pt x="11500" y="13583"/>
                      <a:pt x="11466" y="13571"/>
                      <a:pt x="11441" y="13546"/>
                    </a:cubicBezTo>
                    <a:lnTo>
                      <a:pt x="10701" y="12806"/>
                    </a:lnTo>
                    <a:cubicBezTo>
                      <a:pt x="10580" y="12685"/>
                      <a:pt x="10419" y="12621"/>
                      <a:pt x="10255" y="12621"/>
                    </a:cubicBezTo>
                    <a:cubicBezTo>
                      <a:pt x="10164" y="12621"/>
                      <a:pt x="10072" y="12641"/>
                      <a:pt x="9986" y="12682"/>
                    </a:cubicBezTo>
                    <a:cubicBezTo>
                      <a:pt x="9822" y="12758"/>
                      <a:pt x="9655" y="12828"/>
                      <a:pt x="9485" y="12889"/>
                    </a:cubicBezTo>
                    <a:cubicBezTo>
                      <a:pt x="9236" y="12978"/>
                      <a:pt x="9069" y="13217"/>
                      <a:pt x="9069" y="13483"/>
                    </a:cubicBezTo>
                    <a:lnTo>
                      <a:pt x="9069" y="14529"/>
                    </a:lnTo>
                    <a:cubicBezTo>
                      <a:pt x="9069" y="14600"/>
                      <a:pt x="9011" y="14658"/>
                      <a:pt x="8940" y="14658"/>
                    </a:cubicBezTo>
                    <a:lnTo>
                      <a:pt x="6221" y="14658"/>
                    </a:lnTo>
                    <a:cubicBezTo>
                      <a:pt x="6150" y="14658"/>
                      <a:pt x="6092" y="14600"/>
                      <a:pt x="6092" y="14529"/>
                    </a:cubicBezTo>
                    <a:lnTo>
                      <a:pt x="6092" y="13483"/>
                    </a:lnTo>
                    <a:cubicBezTo>
                      <a:pt x="6092" y="13217"/>
                      <a:pt x="5923" y="12980"/>
                      <a:pt x="5674" y="12889"/>
                    </a:cubicBezTo>
                    <a:cubicBezTo>
                      <a:pt x="5505" y="12828"/>
                      <a:pt x="5337" y="12758"/>
                      <a:pt x="5175" y="12682"/>
                    </a:cubicBezTo>
                    <a:cubicBezTo>
                      <a:pt x="5091" y="12643"/>
                      <a:pt x="5000" y="12621"/>
                      <a:pt x="4906" y="12621"/>
                    </a:cubicBezTo>
                    <a:cubicBezTo>
                      <a:pt x="4739" y="12621"/>
                      <a:pt x="4577" y="12689"/>
                      <a:pt x="4460" y="12806"/>
                    </a:cubicBezTo>
                    <a:lnTo>
                      <a:pt x="3720" y="13546"/>
                    </a:lnTo>
                    <a:cubicBezTo>
                      <a:pt x="3695" y="13571"/>
                      <a:pt x="3661" y="13583"/>
                      <a:pt x="3628" y="13583"/>
                    </a:cubicBezTo>
                    <a:cubicBezTo>
                      <a:pt x="3594" y="13583"/>
                      <a:pt x="3561" y="13571"/>
                      <a:pt x="3536" y="13546"/>
                    </a:cubicBezTo>
                    <a:lnTo>
                      <a:pt x="1615" y="11623"/>
                    </a:lnTo>
                    <a:cubicBezTo>
                      <a:pt x="1590" y="11598"/>
                      <a:pt x="1577" y="11567"/>
                      <a:pt x="1577" y="11532"/>
                    </a:cubicBezTo>
                    <a:cubicBezTo>
                      <a:pt x="1577" y="11498"/>
                      <a:pt x="1590" y="11466"/>
                      <a:pt x="1615" y="11441"/>
                    </a:cubicBezTo>
                    <a:lnTo>
                      <a:pt x="2355" y="10701"/>
                    </a:lnTo>
                    <a:cubicBezTo>
                      <a:pt x="2543" y="10513"/>
                      <a:pt x="2593" y="10226"/>
                      <a:pt x="2479" y="9986"/>
                    </a:cubicBezTo>
                    <a:cubicBezTo>
                      <a:pt x="2401" y="9822"/>
                      <a:pt x="2332" y="9654"/>
                      <a:pt x="2272" y="9485"/>
                    </a:cubicBezTo>
                    <a:cubicBezTo>
                      <a:pt x="2181" y="9236"/>
                      <a:pt x="1944" y="9069"/>
                      <a:pt x="1678" y="9069"/>
                    </a:cubicBezTo>
                    <a:lnTo>
                      <a:pt x="632" y="9069"/>
                    </a:lnTo>
                    <a:cubicBezTo>
                      <a:pt x="561" y="9069"/>
                      <a:pt x="503" y="9011"/>
                      <a:pt x="503" y="8940"/>
                    </a:cubicBezTo>
                    <a:lnTo>
                      <a:pt x="503" y="6221"/>
                    </a:lnTo>
                    <a:cubicBezTo>
                      <a:pt x="503" y="6150"/>
                      <a:pt x="561" y="6092"/>
                      <a:pt x="632" y="6092"/>
                    </a:cubicBezTo>
                    <a:lnTo>
                      <a:pt x="1678" y="6092"/>
                    </a:lnTo>
                    <a:cubicBezTo>
                      <a:pt x="1944" y="6092"/>
                      <a:pt x="2181" y="5924"/>
                      <a:pt x="2272" y="5674"/>
                    </a:cubicBezTo>
                    <a:cubicBezTo>
                      <a:pt x="2332" y="5506"/>
                      <a:pt x="2401" y="5339"/>
                      <a:pt x="2479" y="5175"/>
                    </a:cubicBezTo>
                    <a:cubicBezTo>
                      <a:pt x="2593" y="4936"/>
                      <a:pt x="2542" y="4648"/>
                      <a:pt x="2355" y="4460"/>
                    </a:cubicBezTo>
                    <a:lnTo>
                      <a:pt x="1615" y="3720"/>
                    </a:lnTo>
                    <a:cubicBezTo>
                      <a:pt x="1590" y="3695"/>
                      <a:pt x="1577" y="3663"/>
                      <a:pt x="1577" y="3629"/>
                    </a:cubicBezTo>
                    <a:cubicBezTo>
                      <a:pt x="1577" y="3592"/>
                      <a:pt x="1590" y="3561"/>
                      <a:pt x="1615" y="3536"/>
                    </a:cubicBezTo>
                    <a:lnTo>
                      <a:pt x="3536" y="1615"/>
                    </a:lnTo>
                    <a:cubicBezTo>
                      <a:pt x="3561" y="1590"/>
                      <a:pt x="3594" y="1578"/>
                      <a:pt x="3628" y="1578"/>
                    </a:cubicBezTo>
                    <a:cubicBezTo>
                      <a:pt x="3661" y="1578"/>
                      <a:pt x="3695" y="1590"/>
                      <a:pt x="3720" y="1615"/>
                    </a:cubicBezTo>
                    <a:lnTo>
                      <a:pt x="4460" y="2355"/>
                    </a:lnTo>
                    <a:cubicBezTo>
                      <a:pt x="4581" y="2475"/>
                      <a:pt x="4743" y="2539"/>
                      <a:pt x="4907" y="2539"/>
                    </a:cubicBezTo>
                    <a:cubicBezTo>
                      <a:pt x="4998" y="2539"/>
                      <a:pt x="5090" y="2520"/>
                      <a:pt x="5175" y="2479"/>
                    </a:cubicBezTo>
                    <a:cubicBezTo>
                      <a:pt x="5337" y="2401"/>
                      <a:pt x="5505" y="2332"/>
                      <a:pt x="5674" y="2272"/>
                    </a:cubicBezTo>
                    <a:cubicBezTo>
                      <a:pt x="5923" y="2182"/>
                      <a:pt x="6092" y="1944"/>
                      <a:pt x="6092" y="1678"/>
                    </a:cubicBezTo>
                    <a:lnTo>
                      <a:pt x="6092" y="632"/>
                    </a:lnTo>
                    <a:cubicBezTo>
                      <a:pt x="6092" y="561"/>
                      <a:pt x="6150" y="503"/>
                      <a:pt x="6221" y="503"/>
                    </a:cubicBezTo>
                    <a:close/>
                    <a:moveTo>
                      <a:pt x="6221" y="1"/>
                    </a:moveTo>
                    <a:cubicBezTo>
                      <a:pt x="5872" y="1"/>
                      <a:pt x="5590" y="283"/>
                      <a:pt x="5590" y="632"/>
                    </a:cubicBezTo>
                    <a:lnTo>
                      <a:pt x="5590" y="1678"/>
                    </a:lnTo>
                    <a:cubicBezTo>
                      <a:pt x="5590" y="1732"/>
                      <a:pt x="5555" y="1782"/>
                      <a:pt x="5504" y="1800"/>
                    </a:cubicBezTo>
                    <a:cubicBezTo>
                      <a:pt x="5320" y="1866"/>
                      <a:pt x="5137" y="1942"/>
                      <a:pt x="4960" y="2025"/>
                    </a:cubicBezTo>
                    <a:cubicBezTo>
                      <a:pt x="4942" y="2033"/>
                      <a:pt x="4924" y="2037"/>
                      <a:pt x="4905" y="2037"/>
                    </a:cubicBezTo>
                    <a:cubicBezTo>
                      <a:pt x="4872" y="2037"/>
                      <a:pt x="4839" y="2024"/>
                      <a:pt x="4815" y="2000"/>
                    </a:cubicBezTo>
                    <a:lnTo>
                      <a:pt x="4075" y="1260"/>
                    </a:lnTo>
                    <a:cubicBezTo>
                      <a:pt x="3956" y="1141"/>
                      <a:pt x="3797" y="1075"/>
                      <a:pt x="3627" y="1075"/>
                    </a:cubicBezTo>
                    <a:cubicBezTo>
                      <a:pt x="3458" y="1075"/>
                      <a:pt x="3300" y="1141"/>
                      <a:pt x="3181" y="1260"/>
                    </a:cubicBezTo>
                    <a:lnTo>
                      <a:pt x="1260" y="3181"/>
                    </a:lnTo>
                    <a:cubicBezTo>
                      <a:pt x="1141" y="3302"/>
                      <a:pt x="1075" y="3460"/>
                      <a:pt x="1075" y="3629"/>
                    </a:cubicBezTo>
                    <a:cubicBezTo>
                      <a:pt x="1075" y="3797"/>
                      <a:pt x="1141" y="3956"/>
                      <a:pt x="1260" y="4075"/>
                    </a:cubicBezTo>
                    <a:lnTo>
                      <a:pt x="2000" y="4815"/>
                    </a:lnTo>
                    <a:cubicBezTo>
                      <a:pt x="2038" y="4853"/>
                      <a:pt x="2048" y="4911"/>
                      <a:pt x="2024" y="4960"/>
                    </a:cubicBezTo>
                    <a:cubicBezTo>
                      <a:pt x="1940" y="5139"/>
                      <a:pt x="1864" y="5322"/>
                      <a:pt x="1798" y="5506"/>
                    </a:cubicBezTo>
                    <a:cubicBezTo>
                      <a:pt x="1780" y="5555"/>
                      <a:pt x="1732" y="5590"/>
                      <a:pt x="1678" y="5590"/>
                    </a:cubicBezTo>
                    <a:lnTo>
                      <a:pt x="632" y="5590"/>
                    </a:lnTo>
                    <a:cubicBezTo>
                      <a:pt x="283" y="5590"/>
                      <a:pt x="1" y="5874"/>
                      <a:pt x="1" y="6221"/>
                    </a:cubicBezTo>
                    <a:lnTo>
                      <a:pt x="1" y="8940"/>
                    </a:lnTo>
                    <a:cubicBezTo>
                      <a:pt x="1" y="9287"/>
                      <a:pt x="283" y="9571"/>
                      <a:pt x="632" y="9571"/>
                    </a:cubicBezTo>
                    <a:lnTo>
                      <a:pt x="1678" y="9571"/>
                    </a:lnTo>
                    <a:cubicBezTo>
                      <a:pt x="1732" y="9571"/>
                      <a:pt x="1780" y="9606"/>
                      <a:pt x="1798" y="9656"/>
                    </a:cubicBezTo>
                    <a:cubicBezTo>
                      <a:pt x="1864" y="9839"/>
                      <a:pt x="1940" y="10022"/>
                      <a:pt x="2024" y="10201"/>
                    </a:cubicBezTo>
                    <a:cubicBezTo>
                      <a:pt x="2048" y="10249"/>
                      <a:pt x="2038" y="10308"/>
                      <a:pt x="2000" y="10346"/>
                    </a:cubicBezTo>
                    <a:lnTo>
                      <a:pt x="1260" y="11086"/>
                    </a:lnTo>
                    <a:cubicBezTo>
                      <a:pt x="1139" y="11205"/>
                      <a:pt x="1075" y="11364"/>
                      <a:pt x="1075" y="11532"/>
                    </a:cubicBezTo>
                    <a:cubicBezTo>
                      <a:pt x="1075" y="11701"/>
                      <a:pt x="1139" y="11859"/>
                      <a:pt x="1260" y="11978"/>
                    </a:cubicBezTo>
                    <a:lnTo>
                      <a:pt x="3181" y="13901"/>
                    </a:lnTo>
                    <a:cubicBezTo>
                      <a:pt x="3300" y="14020"/>
                      <a:pt x="3458" y="14086"/>
                      <a:pt x="3627" y="14086"/>
                    </a:cubicBezTo>
                    <a:cubicBezTo>
                      <a:pt x="3797" y="14086"/>
                      <a:pt x="3954" y="14020"/>
                      <a:pt x="4075" y="13901"/>
                    </a:cubicBezTo>
                    <a:lnTo>
                      <a:pt x="4813" y="13161"/>
                    </a:lnTo>
                    <a:cubicBezTo>
                      <a:pt x="4839" y="13136"/>
                      <a:pt x="4873" y="13123"/>
                      <a:pt x="4907" y="13123"/>
                    </a:cubicBezTo>
                    <a:cubicBezTo>
                      <a:pt x="4925" y="13123"/>
                      <a:pt x="4943" y="13127"/>
                      <a:pt x="4960" y="13135"/>
                    </a:cubicBezTo>
                    <a:cubicBezTo>
                      <a:pt x="5137" y="13219"/>
                      <a:pt x="5320" y="13295"/>
                      <a:pt x="5504" y="13361"/>
                    </a:cubicBezTo>
                    <a:cubicBezTo>
                      <a:pt x="5555" y="13379"/>
                      <a:pt x="5590" y="13429"/>
                      <a:pt x="5590" y="13483"/>
                    </a:cubicBezTo>
                    <a:lnTo>
                      <a:pt x="5590" y="14529"/>
                    </a:lnTo>
                    <a:cubicBezTo>
                      <a:pt x="5590" y="14876"/>
                      <a:pt x="5872" y="15160"/>
                      <a:pt x="6221" y="15160"/>
                    </a:cubicBezTo>
                    <a:lnTo>
                      <a:pt x="8938" y="15160"/>
                    </a:lnTo>
                    <a:cubicBezTo>
                      <a:pt x="9287" y="15160"/>
                      <a:pt x="9571" y="14876"/>
                      <a:pt x="9571" y="14529"/>
                    </a:cubicBezTo>
                    <a:lnTo>
                      <a:pt x="9571" y="13483"/>
                    </a:lnTo>
                    <a:cubicBezTo>
                      <a:pt x="9571" y="13429"/>
                      <a:pt x="9604" y="13379"/>
                      <a:pt x="9655" y="13361"/>
                    </a:cubicBezTo>
                    <a:cubicBezTo>
                      <a:pt x="9840" y="13295"/>
                      <a:pt x="10022" y="13219"/>
                      <a:pt x="10199" y="13136"/>
                    </a:cubicBezTo>
                    <a:cubicBezTo>
                      <a:pt x="10217" y="13128"/>
                      <a:pt x="10236" y="13124"/>
                      <a:pt x="10255" y="13124"/>
                    </a:cubicBezTo>
                    <a:cubicBezTo>
                      <a:pt x="10289" y="13124"/>
                      <a:pt x="10322" y="13137"/>
                      <a:pt x="10346" y="13161"/>
                    </a:cubicBezTo>
                    <a:lnTo>
                      <a:pt x="11086" y="13901"/>
                    </a:lnTo>
                    <a:cubicBezTo>
                      <a:pt x="11205" y="14020"/>
                      <a:pt x="11364" y="14086"/>
                      <a:pt x="11532" y="14086"/>
                    </a:cubicBezTo>
                    <a:cubicBezTo>
                      <a:pt x="11701" y="14086"/>
                      <a:pt x="11859" y="14020"/>
                      <a:pt x="11978" y="13901"/>
                    </a:cubicBezTo>
                    <a:lnTo>
                      <a:pt x="13901" y="11978"/>
                    </a:lnTo>
                    <a:cubicBezTo>
                      <a:pt x="14020" y="11859"/>
                      <a:pt x="14086" y="11701"/>
                      <a:pt x="14086" y="11532"/>
                    </a:cubicBezTo>
                    <a:cubicBezTo>
                      <a:pt x="14086" y="11364"/>
                      <a:pt x="14020" y="11205"/>
                      <a:pt x="13901" y="11086"/>
                    </a:cubicBezTo>
                    <a:lnTo>
                      <a:pt x="13161" y="10346"/>
                    </a:lnTo>
                    <a:cubicBezTo>
                      <a:pt x="13123" y="10308"/>
                      <a:pt x="13112" y="10249"/>
                      <a:pt x="13135" y="10201"/>
                    </a:cubicBezTo>
                    <a:cubicBezTo>
                      <a:pt x="13219" y="10022"/>
                      <a:pt x="13295" y="9839"/>
                      <a:pt x="13361" y="9656"/>
                    </a:cubicBezTo>
                    <a:cubicBezTo>
                      <a:pt x="13379" y="9604"/>
                      <a:pt x="13429" y="9571"/>
                      <a:pt x="13482" y="9571"/>
                    </a:cubicBezTo>
                    <a:lnTo>
                      <a:pt x="14529" y="9571"/>
                    </a:lnTo>
                    <a:cubicBezTo>
                      <a:pt x="14876" y="9571"/>
                      <a:pt x="15160" y="9287"/>
                      <a:pt x="15160" y="8940"/>
                    </a:cubicBezTo>
                    <a:lnTo>
                      <a:pt x="15160" y="6221"/>
                    </a:lnTo>
                    <a:cubicBezTo>
                      <a:pt x="15160" y="5872"/>
                      <a:pt x="14876" y="5590"/>
                      <a:pt x="14529" y="5590"/>
                    </a:cubicBezTo>
                    <a:lnTo>
                      <a:pt x="13483" y="5590"/>
                    </a:lnTo>
                    <a:cubicBezTo>
                      <a:pt x="13429" y="5590"/>
                      <a:pt x="13379" y="5555"/>
                      <a:pt x="13361" y="5504"/>
                    </a:cubicBezTo>
                    <a:cubicBezTo>
                      <a:pt x="13295" y="5321"/>
                      <a:pt x="13219" y="5137"/>
                      <a:pt x="13136" y="4960"/>
                    </a:cubicBezTo>
                    <a:cubicBezTo>
                      <a:pt x="13113" y="4911"/>
                      <a:pt x="13123" y="4853"/>
                      <a:pt x="13161" y="4813"/>
                    </a:cubicBezTo>
                    <a:lnTo>
                      <a:pt x="13901" y="4075"/>
                    </a:lnTo>
                    <a:cubicBezTo>
                      <a:pt x="14020" y="3954"/>
                      <a:pt x="14086" y="3796"/>
                      <a:pt x="14086" y="3627"/>
                    </a:cubicBezTo>
                    <a:cubicBezTo>
                      <a:pt x="14086" y="3459"/>
                      <a:pt x="14020" y="3300"/>
                      <a:pt x="13901" y="3181"/>
                    </a:cubicBezTo>
                    <a:lnTo>
                      <a:pt x="11978" y="1260"/>
                    </a:lnTo>
                    <a:cubicBezTo>
                      <a:pt x="11859" y="1141"/>
                      <a:pt x="11701" y="1075"/>
                      <a:pt x="11532" y="1075"/>
                    </a:cubicBezTo>
                    <a:cubicBezTo>
                      <a:pt x="11364" y="1075"/>
                      <a:pt x="11205" y="1141"/>
                      <a:pt x="11086" y="1260"/>
                    </a:cubicBezTo>
                    <a:lnTo>
                      <a:pt x="10346" y="2000"/>
                    </a:lnTo>
                    <a:cubicBezTo>
                      <a:pt x="10322" y="2024"/>
                      <a:pt x="10289" y="2037"/>
                      <a:pt x="10255" y="2037"/>
                    </a:cubicBezTo>
                    <a:cubicBezTo>
                      <a:pt x="10237" y="2037"/>
                      <a:pt x="10218" y="2033"/>
                      <a:pt x="10201" y="2025"/>
                    </a:cubicBezTo>
                    <a:cubicBezTo>
                      <a:pt x="10024" y="1942"/>
                      <a:pt x="9840" y="1866"/>
                      <a:pt x="9655" y="1800"/>
                    </a:cubicBezTo>
                    <a:cubicBezTo>
                      <a:pt x="9604" y="1780"/>
                      <a:pt x="9571" y="1732"/>
                      <a:pt x="9571" y="1678"/>
                    </a:cubicBezTo>
                    <a:lnTo>
                      <a:pt x="9571" y="632"/>
                    </a:lnTo>
                    <a:cubicBezTo>
                      <a:pt x="9571" y="283"/>
                      <a:pt x="9287" y="1"/>
                      <a:pt x="8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3" name="Google Shape;193;p26"/>
            <p:cNvSpPr/>
            <p:nvPr/>
          </p:nvSpPr>
          <p:spPr>
            <a:xfrm>
              <a:off x="8699646" y="3050687"/>
              <a:ext cx="96300" cy="960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" name="Google Shape;194;p26"/>
            <p:cNvGrpSpPr/>
            <p:nvPr/>
          </p:nvGrpSpPr>
          <p:grpSpPr>
            <a:xfrm>
              <a:off x="7165942" y="4077859"/>
              <a:ext cx="1388271" cy="1388226"/>
              <a:chOff x="5708875" y="1687175"/>
              <a:chExt cx="758950" cy="758925"/>
            </a:xfrm>
          </p:grpSpPr>
          <p:sp>
            <p:nvSpPr>
              <p:cNvPr id="195" name="Google Shape;195;p26"/>
              <p:cNvSpPr/>
              <p:nvPr/>
            </p:nvSpPr>
            <p:spPr>
              <a:xfrm>
                <a:off x="5708875" y="1687175"/>
                <a:ext cx="758950" cy="758925"/>
              </a:xfrm>
              <a:custGeom>
                <a:avLst/>
                <a:gdLst/>
                <a:ahLst/>
                <a:cxnLst/>
                <a:rect l="l" t="t" r="r" b="b"/>
                <a:pathLst>
                  <a:path w="30358" h="30357" extrusionOk="0">
                    <a:moveTo>
                      <a:pt x="15157" y="1"/>
                    </a:moveTo>
                    <a:lnTo>
                      <a:pt x="15157" y="315"/>
                    </a:lnTo>
                    <a:lnTo>
                      <a:pt x="15179" y="315"/>
                    </a:lnTo>
                    <a:cubicBezTo>
                      <a:pt x="15329" y="315"/>
                      <a:pt x="15476" y="316"/>
                      <a:pt x="15625" y="321"/>
                    </a:cubicBezTo>
                    <a:lnTo>
                      <a:pt x="15633" y="8"/>
                    </a:lnTo>
                    <a:cubicBezTo>
                      <a:pt x="15483" y="3"/>
                      <a:pt x="15331" y="1"/>
                      <a:pt x="15179" y="1"/>
                    </a:cubicBezTo>
                    <a:close/>
                    <a:moveTo>
                      <a:pt x="13256" y="120"/>
                    </a:moveTo>
                    <a:cubicBezTo>
                      <a:pt x="13097" y="141"/>
                      <a:pt x="12940" y="163"/>
                      <a:pt x="12783" y="188"/>
                    </a:cubicBezTo>
                    <a:lnTo>
                      <a:pt x="12833" y="498"/>
                    </a:lnTo>
                    <a:cubicBezTo>
                      <a:pt x="12986" y="473"/>
                      <a:pt x="13140" y="452"/>
                      <a:pt x="13295" y="432"/>
                    </a:cubicBezTo>
                    <a:lnTo>
                      <a:pt x="13256" y="120"/>
                    </a:lnTo>
                    <a:close/>
                    <a:moveTo>
                      <a:pt x="17531" y="181"/>
                    </a:moveTo>
                    <a:lnTo>
                      <a:pt x="17483" y="492"/>
                    </a:lnTo>
                    <a:cubicBezTo>
                      <a:pt x="17637" y="515"/>
                      <a:pt x="17791" y="541"/>
                      <a:pt x="17943" y="571"/>
                    </a:cubicBezTo>
                    <a:lnTo>
                      <a:pt x="18000" y="262"/>
                    </a:lnTo>
                    <a:cubicBezTo>
                      <a:pt x="17845" y="232"/>
                      <a:pt x="17688" y="206"/>
                      <a:pt x="17531" y="181"/>
                    </a:cubicBezTo>
                    <a:close/>
                    <a:moveTo>
                      <a:pt x="10924" y="606"/>
                    </a:moveTo>
                    <a:cubicBezTo>
                      <a:pt x="10771" y="649"/>
                      <a:pt x="10619" y="696"/>
                      <a:pt x="10469" y="746"/>
                    </a:cubicBezTo>
                    <a:lnTo>
                      <a:pt x="10566" y="1043"/>
                    </a:lnTo>
                    <a:cubicBezTo>
                      <a:pt x="10713" y="995"/>
                      <a:pt x="10862" y="949"/>
                      <a:pt x="11012" y="906"/>
                    </a:cubicBezTo>
                    <a:lnTo>
                      <a:pt x="10924" y="606"/>
                    </a:lnTo>
                    <a:close/>
                    <a:moveTo>
                      <a:pt x="19847" y="731"/>
                    </a:moveTo>
                    <a:lnTo>
                      <a:pt x="19752" y="1030"/>
                    </a:lnTo>
                    <a:cubicBezTo>
                      <a:pt x="19900" y="1078"/>
                      <a:pt x="20047" y="1129"/>
                      <a:pt x="20194" y="1180"/>
                    </a:cubicBezTo>
                    <a:lnTo>
                      <a:pt x="20300" y="886"/>
                    </a:lnTo>
                    <a:cubicBezTo>
                      <a:pt x="20150" y="832"/>
                      <a:pt x="19999" y="781"/>
                      <a:pt x="19847" y="731"/>
                    </a:cubicBezTo>
                    <a:close/>
                    <a:moveTo>
                      <a:pt x="8697" y="1450"/>
                    </a:moveTo>
                    <a:cubicBezTo>
                      <a:pt x="8554" y="1518"/>
                      <a:pt x="8412" y="1587"/>
                      <a:pt x="8271" y="1660"/>
                    </a:cubicBezTo>
                    <a:lnTo>
                      <a:pt x="8413" y="1939"/>
                    </a:lnTo>
                    <a:cubicBezTo>
                      <a:pt x="8552" y="1868"/>
                      <a:pt x="8691" y="1800"/>
                      <a:pt x="8831" y="1734"/>
                    </a:cubicBezTo>
                    <a:lnTo>
                      <a:pt x="8697" y="1450"/>
                    </a:lnTo>
                    <a:close/>
                    <a:moveTo>
                      <a:pt x="22051" y="1641"/>
                    </a:moveTo>
                    <a:lnTo>
                      <a:pt x="21909" y="1921"/>
                    </a:lnTo>
                    <a:cubicBezTo>
                      <a:pt x="22048" y="1992"/>
                      <a:pt x="22185" y="2064"/>
                      <a:pt x="22322" y="2140"/>
                    </a:cubicBezTo>
                    <a:lnTo>
                      <a:pt x="22473" y="1864"/>
                    </a:lnTo>
                    <a:cubicBezTo>
                      <a:pt x="22334" y="1788"/>
                      <a:pt x="22193" y="1714"/>
                      <a:pt x="22051" y="1641"/>
                    </a:cubicBezTo>
                    <a:close/>
                    <a:moveTo>
                      <a:pt x="6632" y="2633"/>
                    </a:moveTo>
                    <a:cubicBezTo>
                      <a:pt x="6502" y="2722"/>
                      <a:pt x="6371" y="2814"/>
                      <a:pt x="6244" y="2907"/>
                    </a:cubicBezTo>
                    <a:lnTo>
                      <a:pt x="6429" y="3161"/>
                    </a:lnTo>
                    <a:cubicBezTo>
                      <a:pt x="6555" y="3069"/>
                      <a:pt x="6682" y="2980"/>
                      <a:pt x="6809" y="2892"/>
                    </a:cubicBezTo>
                    <a:lnTo>
                      <a:pt x="6632" y="2633"/>
                    </a:lnTo>
                    <a:close/>
                    <a:moveTo>
                      <a:pt x="24083" y="2885"/>
                    </a:moveTo>
                    <a:lnTo>
                      <a:pt x="23898" y="3138"/>
                    </a:lnTo>
                    <a:cubicBezTo>
                      <a:pt x="24025" y="3231"/>
                      <a:pt x="24149" y="3323"/>
                      <a:pt x="24273" y="3419"/>
                    </a:cubicBezTo>
                    <a:lnTo>
                      <a:pt x="24465" y="3171"/>
                    </a:lnTo>
                    <a:cubicBezTo>
                      <a:pt x="24339" y="3074"/>
                      <a:pt x="24212" y="2978"/>
                      <a:pt x="24083" y="2885"/>
                    </a:cubicBezTo>
                    <a:close/>
                    <a:moveTo>
                      <a:pt x="4779" y="4124"/>
                    </a:moveTo>
                    <a:cubicBezTo>
                      <a:pt x="4663" y="4234"/>
                      <a:pt x="4549" y="4344"/>
                      <a:pt x="4437" y="4457"/>
                    </a:cubicBezTo>
                    <a:lnTo>
                      <a:pt x="4658" y="4678"/>
                    </a:lnTo>
                    <a:cubicBezTo>
                      <a:pt x="4769" y="4569"/>
                      <a:pt x="4880" y="4460"/>
                      <a:pt x="4994" y="4352"/>
                    </a:cubicBezTo>
                    <a:lnTo>
                      <a:pt x="4779" y="4124"/>
                    </a:lnTo>
                    <a:close/>
                    <a:moveTo>
                      <a:pt x="25896" y="4430"/>
                    </a:moveTo>
                    <a:lnTo>
                      <a:pt x="25674" y="4652"/>
                    </a:lnTo>
                    <a:cubicBezTo>
                      <a:pt x="25785" y="4762"/>
                      <a:pt x="25892" y="4873"/>
                      <a:pt x="26000" y="4987"/>
                    </a:cubicBezTo>
                    <a:lnTo>
                      <a:pt x="26228" y="4772"/>
                    </a:lnTo>
                    <a:cubicBezTo>
                      <a:pt x="26119" y="4656"/>
                      <a:pt x="26008" y="4542"/>
                      <a:pt x="25896" y="4430"/>
                    </a:cubicBezTo>
                    <a:close/>
                    <a:moveTo>
                      <a:pt x="3176" y="5887"/>
                    </a:moveTo>
                    <a:cubicBezTo>
                      <a:pt x="3079" y="6013"/>
                      <a:pt x="2985" y="6140"/>
                      <a:pt x="2890" y="6267"/>
                    </a:cubicBezTo>
                    <a:lnTo>
                      <a:pt x="3145" y="6452"/>
                    </a:lnTo>
                    <a:cubicBezTo>
                      <a:pt x="3236" y="6327"/>
                      <a:pt x="3330" y="6203"/>
                      <a:pt x="3424" y="6079"/>
                    </a:cubicBezTo>
                    <a:lnTo>
                      <a:pt x="3176" y="5887"/>
                    </a:lnTo>
                    <a:close/>
                    <a:moveTo>
                      <a:pt x="27445" y="6238"/>
                    </a:moveTo>
                    <a:lnTo>
                      <a:pt x="27192" y="6423"/>
                    </a:lnTo>
                    <a:cubicBezTo>
                      <a:pt x="27283" y="6548"/>
                      <a:pt x="27373" y="6674"/>
                      <a:pt x="27462" y="6803"/>
                    </a:cubicBezTo>
                    <a:lnTo>
                      <a:pt x="27720" y="6626"/>
                    </a:lnTo>
                    <a:cubicBezTo>
                      <a:pt x="27630" y="6495"/>
                      <a:pt x="27539" y="6365"/>
                      <a:pt x="27445" y="6238"/>
                    </a:cubicBezTo>
                    <a:close/>
                    <a:moveTo>
                      <a:pt x="1869" y="7878"/>
                    </a:moveTo>
                    <a:cubicBezTo>
                      <a:pt x="1792" y="8017"/>
                      <a:pt x="1717" y="8157"/>
                      <a:pt x="1646" y="8299"/>
                    </a:cubicBezTo>
                    <a:lnTo>
                      <a:pt x="1926" y="8441"/>
                    </a:lnTo>
                    <a:cubicBezTo>
                      <a:pt x="1997" y="8303"/>
                      <a:pt x="2069" y="8165"/>
                      <a:pt x="2144" y="8028"/>
                    </a:cubicBezTo>
                    <a:lnTo>
                      <a:pt x="1869" y="7878"/>
                    </a:lnTo>
                    <a:close/>
                    <a:moveTo>
                      <a:pt x="28694" y="8263"/>
                    </a:moveTo>
                    <a:lnTo>
                      <a:pt x="28415" y="8407"/>
                    </a:lnTo>
                    <a:cubicBezTo>
                      <a:pt x="28486" y="8544"/>
                      <a:pt x="28554" y="8684"/>
                      <a:pt x="28620" y="8825"/>
                    </a:cubicBezTo>
                    <a:lnTo>
                      <a:pt x="28904" y="8689"/>
                    </a:lnTo>
                    <a:cubicBezTo>
                      <a:pt x="28836" y="8545"/>
                      <a:pt x="28765" y="8403"/>
                      <a:pt x="28694" y="8263"/>
                    </a:cubicBezTo>
                    <a:close/>
                    <a:moveTo>
                      <a:pt x="890" y="10050"/>
                    </a:moveTo>
                    <a:cubicBezTo>
                      <a:pt x="835" y="10199"/>
                      <a:pt x="784" y="10351"/>
                      <a:pt x="734" y="10503"/>
                    </a:cubicBezTo>
                    <a:lnTo>
                      <a:pt x="1033" y="10599"/>
                    </a:lnTo>
                    <a:cubicBezTo>
                      <a:pt x="1081" y="10450"/>
                      <a:pt x="1133" y="10303"/>
                      <a:pt x="1184" y="10156"/>
                    </a:cubicBezTo>
                    <a:lnTo>
                      <a:pt x="890" y="10050"/>
                    </a:lnTo>
                    <a:close/>
                    <a:moveTo>
                      <a:pt x="29609" y="10460"/>
                    </a:moveTo>
                    <a:lnTo>
                      <a:pt x="29310" y="10558"/>
                    </a:lnTo>
                    <a:cubicBezTo>
                      <a:pt x="29360" y="10705"/>
                      <a:pt x="29405" y="10853"/>
                      <a:pt x="29449" y="11004"/>
                    </a:cubicBezTo>
                    <a:lnTo>
                      <a:pt x="29750" y="10916"/>
                    </a:lnTo>
                    <a:cubicBezTo>
                      <a:pt x="29705" y="10763"/>
                      <a:pt x="29659" y="10611"/>
                      <a:pt x="29609" y="10460"/>
                    </a:cubicBezTo>
                    <a:close/>
                    <a:moveTo>
                      <a:pt x="264" y="12350"/>
                    </a:moveTo>
                    <a:cubicBezTo>
                      <a:pt x="236" y="12505"/>
                      <a:pt x="207" y="12662"/>
                      <a:pt x="183" y="12819"/>
                    </a:cubicBezTo>
                    <a:lnTo>
                      <a:pt x="493" y="12867"/>
                    </a:lnTo>
                    <a:cubicBezTo>
                      <a:pt x="518" y="12714"/>
                      <a:pt x="544" y="12560"/>
                      <a:pt x="573" y="12408"/>
                    </a:cubicBezTo>
                    <a:lnTo>
                      <a:pt x="264" y="12350"/>
                    </a:lnTo>
                    <a:close/>
                    <a:moveTo>
                      <a:pt x="30168" y="12775"/>
                    </a:moveTo>
                    <a:lnTo>
                      <a:pt x="29857" y="12824"/>
                    </a:lnTo>
                    <a:cubicBezTo>
                      <a:pt x="29882" y="12978"/>
                      <a:pt x="29904" y="13132"/>
                      <a:pt x="29923" y="13287"/>
                    </a:cubicBezTo>
                    <a:lnTo>
                      <a:pt x="30236" y="13247"/>
                    </a:lnTo>
                    <a:cubicBezTo>
                      <a:pt x="30216" y="13089"/>
                      <a:pt x="30193" y="12932"/>
                      <a:pt x="30168" y="12775"/>
                    </a:cubicBezTo>
                    <a:close/>
                    <a:moveTo>
                      <a:pt x="8" y="14716"/>
                    </a:moveTo>
                    <a:cubicBezTo>
                      <a:pt x="3" y="14870"/>
                      <a:pt x="1" y="15023"/>
                      <a:pt x="1" y="15179"/>
                    </a:cubicBezTo>
                    <a:lnTo>
                      <a:pt x="1" y="15193"/>
                    </a:lnTo>
                    <a:lnTo>
                      <a:pt x="315" y="15179"/>
                    </a:lnTo>
                    <a:cubicBezTo>
                      <a:pt x="315" y="15027"/>
                      <a:pt x="316" y="14876"/>
                      <a:pt x="321" y="14726"/>
                    </a:cubicBezTo>
                    <a:lnTo>
                      <a:pt x="8" y="14716"/>
                    </a:lnTo>
                    <a:close/>
                    <a:moveTo>
                      <a:pt x="30044" y="15149"/>
                    </a:moveTo>
                    <a:lnTo>
                      <a:pt x="30044" y="15179"/>
                    </a:lnTo>
                    <a:cubicBezTo>
                      <a:pt x="30044" y="15334"/>
                      <a:pt x="30041" y="15491"/>
                      <a:pt x="30036" y="15644"/>
                    </a:cubicBezTo>
                    <a:lnTo>
                      <a:pt x="30350" y="15654"/>
                    </a:lnTo>
                    <a:cubicBezTo>
                      <a:pt x="30355" y="15497"/>
                      <a:pt x="30358" y="15337"/>
                      <a:pt x="30358" y="15177"/>
                    </a:cubicBezTo>
                    <a:lnTo>
                      <a:pt x="30358" y="15149"/>
                    </a:lnTo>
                    <a:close/>
                    <a:moveTo>
                      <a:pt x="432" y="17055"/>
                    </a:moveTo>
                    <a:lnTo>
                      <a:pt x="122" y="17095"/>
                    </a:lnTo>
                    <a:cubicBezTo>
                      <a:pt x="141" y="17254"/>
                      <a:pt x="163" y="17410"/>
                      <a:pt x="188" y="17567"/>
                    </a:cubicBezTo>
                    <a:lnTo>
                      <a:pt x="188" y="17566"/>
                    </a:lnTo>
                    <a:lnTo>
                      <a:pt x="498" y="17518"/>
                    </a:lnTo>
                    <a:cubicBezTo>
                      <a:pt x="473" y="17364"/>
                      <a:pt x="452" y="17211"/>
                      <a:pt x="432" y="17055"/>
                    </a:cubicBezTo>
                    <a:close/>
                    <a:moveTo>
                      <a:pt x="29862" y="17503"/>
                    </a:moveTo>
                    <a:cubicBezTo>
                      <a:pt x="29839" y="17657"/>
                      <a:pt x="29813" y="17810"/>
                      <a:pt x="29783" y="17964"/>
                    </a:cubicBezTo>
                    <a:lnTo>
                      <a:pt x="30092" y="18022"/>
                    </a:lnTo>
                    <a:cubicBezTo>
                      <a:pt x="30122" y="17866"/>
                      <a:pt x="30148" y="17710"/>
                      <a:pt x="30173" y="17553"/>
                    </a:cubicBezTo>
                    <a:lnTo>
                      <a:pt x="29862" y="17503"/>
                    </a:lnTo>
                    <a:close/>
                    <a:moveTo>
                      <a:pt x="905" y="19338"/>
                    </a:moveTo>
                    <a:lnTo>
                      <a:pt x="604" y="19426"/>
                    </a:lnTo>
                    <a:cubicBezTo>
                      <a:pt x="649" y="19580"/>
                      <a:pt x="695" y="19732"/>
                      <a:pt x="744" y="19882"/>
                    </a:cubicBezTo>
                    <a:lnTo>
                      <a:pt x="1043" y="19785"/>
                    </a:lnTo>
                    <a:cubicBezTo>
                      <a:pt x="995" y="19637"/>
                      <a:pt x="949" y="19489"/>
                      <a:pt x="905" y="19338"/>
                    </a:cubicBezTo>
                    <a:close/>
                    <a:moveTo>
                      <a:pt x="29320" y="19771"/>
                    </a:moveTo>
                    <a:cubicBezTo>
                      <a:pt x="29272" y="19920"/>
                      <a:pt x="29221" y="20067"/>
                      <a:pt x="29168" y="20214"/>
                    </a:cubicBezTo>
                    <a:lnTo>
                      <a:pt x="29464" y="20321"/>
                    </a:lnTo>
                    <a:cubicBezTo>
                      <a:pt x="29519" y="20171"/>
                      <a:pt x="29570" y="20019"/>
                      <a:pt x="29619" y="19869"/>
                    </a:cubicBezTo>
                    <a:lnTo>
                      <a:pt x="29320" y="19771"/>
                    </a:lnTo>
                    <a:close/>
                    <a:moveTo>
                      <a:pt x="1732" y="21519"/>
                    </a:moveTo>
                    <a:lnTo>
                      <a:pt x="1448" y="21653"/>
                    </a:lnTo>
                    <a:cubicBezTo>
                      <a:pt x="1516" y="21797"/>
                      <a:pt x="1585" y="21939"/>
                      <a:pt x="1658" y="22081"/>
                    </a:cubicBezTo>
                    <a:lnTo>
                      <a:pt x="1937" y="21937"/>
                    </a:lnTo>
                    <a:cubicBezTo>
                      <a:pt x="1866" y="21798"/>
                      <a:pt x="1798" y="21660"/>
                      <a:pt x="1732" y="21519"/>
                    </a:cubicBezTo>
                    <a:close/>
                    <a:moveTo>
                      <a:pt x="28427" y="21927"/>
                    </a:moveTo>
                    <a:cubicBezTo>
                      <a:pt x="28356" y="22066"/>
                      <a:pt x="28283" y="22205"/>
                      <a:pt x="28207" y="22340"/>
                    </a:cubicBezTo>
                    <a:lnTo>
                      <a:pt x="28483" y="22492"/>
                    </a:lnTo>
                    <a:cubicBezTo>
                      <a:pt x="28559" y="22352"/>
                      <a:pt x="28633" y="22211"/>
                      <a:pt x="28706" y="22069"/>
                    </a:cubicBezTo>
                    <a:lnTo>
                      <a:pt x="28427" y="21927"/>
                    </a:lnTo>
                    <a:close/>
                    <a:moveTo>
                      <a:pt x="2889" y="23541"/>
                    </a:moveTo>
                    <a:lnTo>
                      <a:pt x="2629" y="23718"/>
                    </a:lnTo>
                    <a:cubicBezTo>
                      <a:pt x="2720" y="23849"/>
                      <a:pt x="2811" y="23979"/>
                      <a:pt x="2904" y="24108"/>
                    </a:cubicBezTo>
                    <a:lnTo>
                      <a:pt x="2905" y="24108"/>
                    </a:lnTo>
                    <a:lnTo>
                      <a:pt x="3158" y="23923"/>
                    </a:lnTo>
                    <a:cubicBezTo>
                      <a:pt x="3067" y="23797"/>
                      <a:pt x="2976" y="23670"/>
                      <a:pt x="2889" y="23541"/>
                    </a:cubicBezTo>
                    <a:close/>
                    <a:moveTo>
                      <a:pt x="27206" y="23916"/>
                    </a:moveTo>
                    <a:cubicBezTo>
                      <a:pt x="27113" y="24042"/>
                      <a:pt x="27021" y="24166"/>
                      <a:pt x="26925" y="24290"/>
                    </a:cubicBezTo>
                    <a:lnTo>
                      <a:pt x="27173" y="24481"/>
                    </a:lnTo>
                    <a:cubicBezTo>
                      <a:pt x="27270" y="24356"/>
                      <a:pt x="27366" y="24229"/>
                      <a:pt x="27460" y="24100"/>
                    </a:cubicBezTo>
                    <a:lnTo>
                      <a:pt x="27206" y="23916"/>
                    </a:lnTo>
                    <a:close/>
                    <a:moveTo>
                      <a:pt x="4349" y="25359"/>
                    </a:moveTo>
                    <a:lnTo>
                      <a:pt x="4121" y="25573"/>
                    </a:lnTo>
                    <a:cubicBezTo>
                      <a:pt x="4229" y="25691"/>
                      <a:pt x="4339" y="25805"/>
                      <a:pt x="4452" y="25917"/>
                    </a:cubicBezTo>
                    <a:lnTo>
                      <a:pt x="4675" y="25694"/>
                    </a:lnTo>
                    <a:cubicBezTo>
                      <a:pt x="4564" y="25583"/>
                      <a:pt x="4457" y="25473"/>
                      <a:pt x="4349" y="25359"/>
                    </a:cubicBezTo>
                    <a:close/>
                    <a:moveTo>
                      <a:pt x="25691" y="25689"/>
                    </a:moveTo>
                    <a:cubicBezTo>
                      <a:pt x="25580" y="25798"/>
                      <a:pt x="25468" y="25907"/>
                      <a:pt x="25355" y="26015"/>
                    </a:cubicBezTo>
                    <a:lnTo>
                      <a:pt x="25570" y="26242"/>
                    </a:lnTo>
                    <a:cubicBezTo>
                      <a:pt x="25686" y="26133"/>
                      <a:pt x="25800" y="26023"/>
                      <a:pt x="25912" y="25910"/>
                    </a:cubicBezTo>
                    <a:lnTo>
                      <a:pt x="25691" y="25689"/>
                    </a:lnTo>
                    <a:close/>
                    <a:moveTo>
                      <a:pt x="6074" y="26928"/>
                    </a:moveTo>
                    <a:lnTo>
                      <a:pt x="5882" y="27176"/>
                    </a:lnTo>
                    <a:cubicBezTo>
                      <a:pt x="6008" y="27273"/>
                      <a:pt x="6135" y="27369"/>
                      <a:pt x="6264" y="27463"/>
                    </a:cubicBezTo>
                    <a:lnTo>
                      <a:pt x="6447" y="27209"/>
                    </a:lnTo>
                    <a:cubicBezTo>
                      <a:pt x="6322" y="27118"/>
                      <a:pt x="6198" y="27024"/>
                      <a:pt x="6074" y="26928"/>
                    </a:cubicBezTo>
                    <a:close/>
                    <a:moveTo>
                      <a:pt x="23918" y="27204"/>
                    </a:moveTo>
                    <a:cubicBezTo>
                      <a:pt x="23793" y="27295"/>
                      <a:pt x="23665" y="27384"/>
                      <a:pt x="23536" y="27473"/>
                    </a:cubicBezTo>
                    <a:lnTo>
                      <a:pt x="23713" y="27733"/>
                    </a:lnTo>
                    <a:cubicBezTo>
                      <a:pt x="23845" y="27642"/>
                      <a:pt x="23974" y="27551"/>
                      <a:pt x="24103" y="27458"/>
                    </a:cubicBezTo>
                    <a:lnTo>
                      <a:pt x="23918" y="27204"/>
                    </a:lnTo>
                    <a:close/>
                    <a:moveTo>
                      <a:pt x="8023" y="28210"/>
                    </a:moveTo>
                    <a:lnTo>
                      <a:pt x="7873" y="28484"/>
                    </a:lnTo>
                    <a:cubicBezTo>
                      <a:pt x="8012" y="28562"/>
                      <a:pt x="8152" y="28636"/>
                      <a:pt x="8294" y="28709"/>
                    </a:cubicBezTo>
                    <a:lnTo>
                      <a:pt x="8436" y="28430"/>
                    </a:lnTo>
                    <a:cubicBezTo>
                      <a:pt x="8298" y="28359"/>
                      <a:pt x="8161" y="28284"/>
                      <a:pt x="8023" y="28210"/>
                    </a:cubicBezTo>
                    <a:close/>
                    <a:moveTo>
                      <a:pt x="21932" y="28423"/>
                    </a:moveTo>
                    <a:cubicBezTo>
                      <a:pt x="21794" y="28494"/>
                      <a:pt x="21655" y="28564"/>
                      <a:pt x="21514" y="28630"/>
                    </a:cubicBezTo>
                    <a:lnTo>
                      <a:pt x="21648" y="28912"/>
                    </a:lnTo>
                    <a:cubicBezTo>
                      <a:pt x="21792" y="28845"/>
                      <a:pt x="21934" y="28775"/>
                      <a:pt x="22074" y="28704"/>
                    </a:cubicBezTo>
                    <a:lnTo>
                      <a:pt x="21932" y="28423"/>
                    </a:lnTo>
                    <a:close/>
                    <a:moveTo>
                      <a:pt x="10151" y="29170"/>
                    </a:moveTo>
                    <a:lnTo>
                      <a:pt x="10044" y="29466"/>
                    </a:lnTo>
                    <a:cubicBezTo>
                      <a:pt x="10194" y="29520"/>
                      <a:pt x="10345" y="29571"/>
                      <a:pt x="10497" y="29621"/>
                    </a:cubicBezTo>
                    <a:lnTo>
                      <a:pt x="10594" y="29322"/>
                    </a:lnTo>
                    <a:cubicBezTo>
                      <a:pt x="10445" y="29274"/>
                      <a:pt x="10297" y="29223"/>
                      <a:pt x="10151" y="29170"/>
                    </a:cubicBezTo>
                    <a:close/>
                    <a:moveTo>
                      <a:pt x="19780" y="29317"/>
                    </a:moveTo>
                    <a:cubicBezTo>
                      <a:pt x="19631" y="29365"/>
                      <a:pt x="19482" y="29411"/>
                      <a:pt x="19334" y="29454"/>
                    </a:cubicBezTo>
                    <a:lnTo>
                      <a:pt x="19421" y="29756"/>
                    </a:lnTo>
                    <a:cubicBezTo>
                      <a:pt x="19573" y="29712"/>
                      <a:pt x="19725" y="29666"/>
                      <a:pt x="19877" y="29616"/>
                    </a:cubicBezTo>
                    <a:lnTo>
                      <a:pt x="19780" y="29317"/>
                    </a:lnTo>
                    <a:close/>
                    <a:moveTo>
                      <a:pt x="12401" y="29783"/>
                    </a:moveTo>
                    <a:lnTo>
                      <a:pt x="12344" y="30092"/>
                    </a:lnTo>
                    <a:cubicBezTo>
                      <a:pt x="12499" y="30122"/>
                      <a:pt x="12656" y="30148"/>
                      <a:pt x="12813" y="30173"/>
                    </a:cubicBezTo>
                    <a:lnTo>
                      <a:pt x="12862" y="29862"/>
                    </a:lnTo>
                    <a:cubicBezTo>
                      <a:pt x="12707" y="29839"/>
                      <a:pt x="12555" y="29813"/>
                      <a:pt x="12401" y="29783"/>
                    </a:cubicBezTo>
                    <a:close/>
                    <a:moveTo>
                      <a:pt x="17511" y="29861"/>
                    </a:moveTo>
                    <a:cubicBezTo>
                      <a:pt x="17358" y="29885"/>
                      <a:pt x="17204" y="29907"/>
                      <a:pt x="17049" y="29927"/>
                    </a:cubicBezTo>
                    <a:lnTo>
                      <a:pt x="17088" y="30237"/>
                    </a:lnTo>
                    <a:cubicBezTo>
                      <a:pt x="17247" y="30217"/>
                      <a:pt x="17404" y="30196"/>
                      <a:pt x="17561" y="30171"/>
                    </a:cubicBezTo>
                    <a:lnTo>
                      <a:pt x="17511" y="29861"/>
                    </a:lnTo>
                    <a:close/>
                    <a:moveTo>
                      <a:pt x="14719" y="30036"/>
                    </a:moveTo>
                    <a:lnTo>
                      <a:pt x="14711" y="30350"/>
                    </a:lnTo>
                    <a:cubicBezTo>
                      <a:pt x="14861" y="30355"/>
                      <a:pt x="15013" y="30356"/>
                      <a:pt x="15170" y="30356"/>
                    </a:cubicBezTo>
                    <a:lnTo>
                      <a:pt x="15185" y="30356"/>
                    </a:lnTo>
                    <a:lnTo>
                      <a:pt x="15187" y="30313"/>
                    </a:lnTo>
                    <a:lnTo>
                      <a:pt x="15180" y="30042"/>
                    </a:lnTo>
                    <a:cubicBezTo>
                      <a:pt x="15025" y="30042"/>
                      <a:pt x="14873" y="30041"/>
                      <a:pt x="14719" y="30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6"/>
              <p:cNvSpPr/>
              <p:nvPr/>
            </p:nvSpPr>
            <p:spPr>
              <a:xfrm>
                <a:off x="5909150" y="1887425"/>
                <a:ext cx="358400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6" h="14337" extrusionOk="0">
                    <a:moveTo>
                      <a:pt x="7070" y="0"/>
                    </a:moveTo>
                    <a:lnTo>
                      <a:pt x="7093" y="1694"/>
                    </a:lnTo>
                    <a:lnTo>
                      <a:pt x="7169" y="1694"/>
                    </a:lnTo>
                    <a:cubicBezTo>
                      <a:pt x="10188" y="1694"/>
                      <a:pt x="12644" y="4149"/>
                      <a:pt x="12644" y="7169"/>
                    </a:cubicBezTo>
                    <a:cubicBezTo>
                      <a:pt x="12644" y="10187"/>
                      <a:pt x="10188" y="12644"/>
                      <a:pt x="7169" y="12644"/>
                    </a:cubicBezTo>
                    <a:cubicBezTo>
                      <a:pt x="4149" y="12644"/>
                      <a:pt x="1693" y="10187"/>
                      <a:pt x="1693" y="7169"/>
                    </a:cubicBezTo>
                    <a:cubicBezTo>
                      <a:pt x="1693" y="7142"/>
                      <a:pt x="1693" y="7117"/>
                      <a:pt x="1694" y="7093"/>
                    </a:cubicBezTo>
                    <a:lnTo>
                      <a:pt x="1" y="7069"/>
                    </a:lnTo>
                    <a:cubicBezTo>
                      <a:pt x="1" y="7102"/>
                      <a:pt x="1" y="7136"/>
                      <a:pt x="1" y="7169"/>
                    </a:cubicBezTo>
                    <a:cubicBezTo>
                      <a:pt x="1" y="11120"/>
                      <a:pt x="3216" y="14337"/>
                      <a:pt x="7169" y="14337"/>
                    </a:cubicBezTo>
                    <a:cubicBezTo>
                      <a:pt x="11121" y="14337"/>
                      <a:pt x="14336" y="11120"/>
                      <a:pt x="14336" y="7169"/>
                    </a:cubicBezTo>
                    <a:cubicBezTo>
                      <a:pt x="14336" y="3215"/>
                      <a:pt x="11121" y="0"/>
                      <a:pt x="7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6"/>
              <p:cNvSpPr/>
              <p:nvPr/>
            </p:nvSpPr>
            <p:spPr>
              <a:xfrm>
                <a:off x="6011600" y="1902525"/>
                <a:ext cx="2170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615" extrusionOk="0">
                    <a:moveTo>
                      <a:pt x="185" y="1"/>
                    </a:moveTo>
                    <a:cubicBezTo>
                      <a:pt x="122" y="29"/>
                      <a:pt x="61" y="57"/>
                      <a:pt x="0" y="85"/>
                    </a:cubicBezTo>
                    <a:lnTo>
                      <a:pt x="725" y="1615"/>
                    </a:lnTo>
                    <a:cubicBezTo>
                      <a:pt x="772" y="1593"/>
                      <a:pt x="819" y="1570"/>
                      <a:pt x="867" y="1549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6"/>
              <p:cNvSpPr/>
              <p:nvPr/>
            </p:nvSpPr>
            <p:spPr>
              <a:xfrm>
                <a:off x="5989325" y="1914475"/>
                <a:ext cx="2670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522" extrusionOk="0">
                    <a:moveTo>
                      <a:pt x="172" y="0"/>
                    </a:moveTo>
                    <a:cubicBezTo>
                      <a:pt x="115" y="37"/>
                      <a:pt x="57" y="73"/>
                      <a:pt x="1" y="111"/>
                    </a:cubicBezTo>
                    <a:lnTo>
                      <a:pt x="937" y="1522"/>
                    </a:lnTo>
                    <a:cubicBezTo>
                      <a:pt x="980" y="1492"/>
                      <a:pt x="1023" y="1464"/>
                      <a:pt x="1068" y="1436"/>
                    </a:cubicBez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6"/>
              <p:cNvSpPr/>
              <p:nvPr/>
            </p:nvSpPr>
            <p:spPr>
              <a:xfrm>
                <a:off x="6035425" y="1893950"/>
                <a:ext cx="1625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74" extrusionOk="0">
                    <a:moveTo>
                      <a:pt x="197" y="0"/>
                    </a:moveTo>
                    <a:cubicBezTo>
                      <a:pt x="131" y="18"/>
                      <a:pt x="65" y="37"/>
                      <a:pt x="0" y="56"/>
                    </a:cubicBezTo>
                    <a:lnTo>
                      <a:pt x="499" y="1674"/>
                    </a:lnTo>
                    <a:cubicBezTo>
                      <a:pt x="549" y="1659"/>
                      <a:pt x="600" y="1644"/>
                      <a:pt x="650" y="1631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6"/>
              <p:cNvSpPr/>
              <p:nvPr/>
            </p:nvSpPr>
            <p:spPr>
              <a:xfrm>
                <a:off x="6060375" y="1888875"/>
                <a:ext cx="104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2" extrusionOk="0">
                    <a:moveTo>
                      <a:pt x="202" y="0"/>
                    </a:moveTo>
                    <a:cubicBezTo>
                      <a:pt x="134" y="10"/>
                      <a:pt x="66" y="18"/>
                      <a:pt x="0" y="30"/>
                    </a:cubicBezTo>
                    <a:lnTo>
                      <a:pt x="261" y="1702"/>
                    </a:lnTo>
                    <a:cubicBezTo>
                      <a:pt x="312" y="1693"/>
                      <a:pt x="365" y="1687"/>
                      <a:pt x="418" y="1680"/>
                    </a:cubicBez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6"/>
              <p:cNvSpPr/>
              <p:nvPr/>
            </p:nvSpPr>
            <p:spPr>
              <a:xfrm>
                <a:off x="5969100" y="1929500"/>
                <a:ext cx="3112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399" extrusionOk="0">
                    <a:moveTo>
                      <a:pt x="155" y="1"/>
                    </a:moveTo>
                    <a:cubicBezTo>
                      <a:pt x="102" y="45"/>
                      <a:pt x="51" y="90"/>
                      <a:pt x="0" y="134"/>
                    </a:cubicBezTo>
                    <a:lnTo>
                      <a:pt x="1127" y="1398"/>
                    </a:lnTo>
                    <a:cubicBezTo>
                      <a:pt x="1166" y="1364"/>
                      <a:pt x="1204" y="1329"/>
                      <a:pt x="1244" y="1296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6"/>
              <p:cNvSpPr/>
              <p:nvPr/>
            </p:nvSpPr>
            <p:spPr>
              <a:xfrm>
                <a:off x="5915650" y="2013725"/>
                <a:ext cx="4190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650" extrusionOk="0">
                    <a:moveTo>
                      <a:pt x="58" y="0"/>
                    </a:moveTo>
                    <a:cubicBezTo>
                      <a:pt x="38" y="66"/>
                      <a:pt x="18" y="131"/>
                      <a:pt x="0" y="197"/>
                    </a:cubicBezTo>
                    <a:lnTo>
                      <a:pt x="1631" y="649"/>
                    </a:lnTo>
                    <a:cubicBezTo>
                      <a:pt x="1646" y="598"/>
                      <a:pt x="1661" y="549"/>
                      <a:pt x="1675" y="499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6"/>
              <p:cNvSpPr/>
              <p:nvPr/>
            </p:nvSpPr>
            <p:spPr>
              <a:xfrm>
                <a:off x="5910600" y="2038675"/>
                <a:ext cx="4252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419" extrusionOk="0">
                    <a:moveTo>
                      <a:pt x="29" y="0"/>
                    </a:moveTo>
                    <a:cubicBezTo>
                      <a:pt x="19" y="68"/>
                      <a:pt x="9" y="136"/>
                      <a:pt x="1" y="203"/>
                    </a:cubicBezTo>
                    <a:lnTo>
                      <a:pt x="1679" y="418"/>
                    </a:lnTo>
                    <a:cubicBezTo>
                      <a:pt x="1686" y="365"/>
                      <a:pt x="1694" y="314"/>
                      <a:pt x="1701" y="26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6"/>
              <p:cNvSpPr/>
              <p:nvPr/>
            </p:nvSpPr>
            <p:spPr>
              <a:xfrm>
                <a:off x="5951250" y="1947300"/>
                <a:ext cx="3495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7" extrusionOk="0">
                    <a:moveTo>
                      <a:pt x="136" y="1"/>
                    </a:moveTo>
                    <a:cubicBezTo>
                      <a:pt x="90" y="52"/>
                      <a:pt x="45" y="103"/>
                      <a:pt x="0" y="156"/>
                    </a:cubicBezTo>
                    <a:lnTo>
                      <a:pt x="1296" y="1246"/>
                    </a:lnTo>
                    <a:cubicBezTo>
                      <a:pt x="1329" y="1207"/>
                      <a:pt x="1363" y="1167"/>
                      <a:pt x="1398" y="112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6"/>
              <p:cNvSpPr/>
              <p:nvPr/>
            </p:nvSpPr>
            <p:spPr>
              <a:xfrm>
                <a:off x="5936200" y="1967550"/>
                <a:ext cx="38075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070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2"/>
                      <a:pt x="1523" y="939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6"/>
              <p:cNvSpPr/>
              <p:nvPr/>
            </p:nvSpPr>
            <p:spPr>
              <a:xfrm>
                <a:off x="5924225" y="1989850"/>
                <a:ext cx="40375" cy="2170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68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1" y="868"/>
                    </a:lnTo>
                    <a:cubicBezTo>
                      <a:pt x="1572" y="821"/>
                      <a:pt x="1593" y="774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7" name="Google Shape;207;p26"/>
            <p:cNvSpPr/>
            <p:nvPr/>
          </p:nvSpPr>
          <p:spPr>
            <a:xfrm>
              <a:off x="7817732" y="4729687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8" name="Google Shape;208;p26"/>
            <p:cNvCxnSpPr>
              <a:stCxn id="182" idx="5"/>
              <a:endCxn id="207" idx="1"/>
            </p:cNvCxnSpPr>
            <p:nvPr/>
          </p:nvCxnSpPr>
          <p:spPr>
            <a:xfrm>
              <a:off x="7167773" y="3510231"/>
              <a:ext cx="662400" cy="123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26"/>
            <p:cNvCxnSpPr>
              <a:stCxn id="182" idx="6"/>
              <a:endCxn id="193" idx="2"/>
            </p:cNvCxnSpPr>
            <p:nvPr/>
          </p:nvCxnSpPr>
          <p:spPr>
            <a:xfrm rot="10800000" flipH="1">
              <a:off x="7187719" y="3098777"/>
              <a:ext cx="1512000" cy="36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26"/>
            <p:cNvCxnSpPr>
              <a:stCxn id="193" idx="4"/>
              <a:endCxn id="207" idx="7"/>
            </p:cNvCxnSpPr>
            <p:nvPr/>
          </p:nvCxnSpPr>
          <p:spPr>
            <a:xfrm flipH="1">
              <a:off x="7890096" y="3146687"/>
              <a:ext cx="857700" cy="159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6"/>
            <p:cNvCxnSpPr>
              <a:stCxn id="182" idx="3"/>
            </p:cNvCxnSpPr>
            <p:nvPr/>
          </p:nvCxnSpPr>
          <p:spPr>
            <a:xfrm flipH="1">
              <a:off x="6605565" y="3510231"/>
              <a:ext cx="465900" cy="1763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26"/>
            <p:cNvCxnSpPr>
              <a:stCxn id="207" idx="6"/>
            </p:cNvCxnSpPr>
            <p:nvPr/>
          </p:nvCxnSpPr>
          <p:spPr>
            <a:xfrm>
              <a:off x="7902632" y="4771987"/>
              <a:ext cx="1285800" cy="23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dk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7"/>
          <p:cNvGrpSpPr/>
          <p:nvPr/>
        </p:nvGrpSpPr>
        <p:grpSpPr>
          <a:xfrm>
            <a:off x="-212420" y="2760723"/>
            <a:ext cx="2843422" cy="2447099"/>
            <a:chOff x="-822020" y="3675123"/>
            <a:chExt cx="2843422" cy="2447099"/>
          </a:xfrm>
        </p:grpSpPr>
        <p:grpSp>
          <p:nvGrpSpPr>
            <p:cNvPr id="215" name="Google Shape;215;p27"/>
            <p:cNvGrpSpPr/>
            <p:nvPr/>
          </p:nvGrpSpPr>
          <p:grpSpPr>
            <a:xfrm flipH="1">
              <a:off x="460835" y="4337895"/>
              <a:ext cx="1560567" cy="1561202"/>
              <a:chOff x="6644550" y="3312875"/>
              <a:chExt cx="737125" cy="737425"/>
            </a:xfrm>
          </p:grpSpPr>
          <p:sp>
            <p:nvSpPr>
              <p:cNvPr id="216" name="Google Shape;216;p27"/>
              <p:cNvSpPr/>
              <p:nvPr/>
            </p:nvSpPr>
            <p:spPr>
              <a:xfrm>
                <a:off x="6766750" y="3435950"/>
                <a:ext cx="491800" cy="491800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9672" extrusionOk="0">
                    <a:moveTo>
                      <a:pt x="9835" y="3807"/>
                    </a:moveTo>
                    <a:cubicBezTo>
                      <a:pt x="13161" y="3807"/>
                      <a:pt x="15866" y="6511"/>
                      <a:pt x="15866" y="9837"/>
                    </a:cubicBezTo>
                    <a:cubicBezTo>
                      <a:pt x="15866" y="13161"/>
                      <a:pt x="13161" y="15865"/>
                      <a:pt x="9835" y="15865"/>
                    </a:cubicBezTo>
                    <a:cubicBezTo>
                      <a:pt x="6511" y="15865"/>
                      <a:pt x="3805" y="13161"/>
                      <a:pt x="3805" y="9837"/>
                    </a:cubicBezTo>
                    <a:cubicBezTo>
                      <a:pt x="3805" y="6511"/>
                      <a:pt x="6511" y="3807"/>
                      <a:pt x="9835" y="3807"/>
                    </a:cubicBezTo>
                    <a:close/>
                    <a:moveTo>
                      <a:pt x="9835" y="3354"/>
                    </a:moveTo>
                    <a:cubicBezTo>
                      <a:pt x="6262" y="3354"/>
                      <a:pt x="3353" y="6262"/>
                      <a:pt x="3353" y="9837"/>
                    </a:cubicBezTo>
                    <a:cubicBezTo>
                      <a:pt x="3353" y="13410"/>
                      <a:pt x="6262" y="16318"/>
                      <a:pt x="9835" y="16318"/>
                    </a:cubicBezTo>
                    <a:cubicBezTo>
                      <a:pt x="13411" y="16318"/>
                      <a:pt x="16318" y="13410"/>
                      <a:pt x="16318" y="9837"/>
                    </a:cubicBezTo>
                    <a:cubicBezTo>
                      <a:pt x="16318" y="6262"/>
                      <a:pt x="13411" y="3354"/>
                      <a:pt x="9835" y="3354"/>
                    </a:cubicBezTo>
                    <a:close/>
                    <a:moveTo>
                      <a:pt x="9835" y="453"/>
                    </a:moveTo>
                    <a:cubicBezTo>
                      <a:pt x="9976" y="453"/>
                      <a:pt x="10123" y="456"/>
                      <a:pt x="10286" y="466"/>
                    </a:cubicBezTo>
                    <a:lnTo>
                      <a:pt x="10153" y="2323"/>
                    </a:lnTo>
                    <a:lnTo>
                      <a:pt x="10379" y="2338"/>
                    </a:lnTo>
                    <a:cubicBezTo>
                      <a:pt x="11512" y="2421"/>
                      <a:pt x="12588" y="2750"/>
                      <a:pt x="13572" y="3316"/>
                    </a:cubicBezTo>
                    <a:lnTo>
                      <a:pt x="13769" y="3429"/>
                    </a:lnTo>
                    <a:lnTo>
                      <a:pt x="14696" y="1816"/>
                    </a:lnTo>
                    <a:cubicBezTo>
                      <a:pt x="16183" y="2718"/>
                      <a:pt x="17377" y="3999"/>
                      <a:pt x="18173" y="5537"/>
                    </a:cubicBezTo>
                    <a:lnTo>
                      <a:pt x="16500" y="6351"/>
                    </a:lnTo>
                    <a:lnTo>
                      <a:pt x="16599" y="6554"/>
                    </a:lnTo>
                    <a:cubicBezTo>
                      <a:pt x="17096" y="7572"/>
                      <a:pt x="17349" y="8666"/>
                      <a:pt x="17354" y="9806"/>
                    </a:cubicBezTo>
                    <a:lnTo>
                      <a:pt x="17354" y="10030"/>
                    </a:lnTo>
                    <a:lnTo>
                      <a:pt x="19218" y="10030"/>
                    </a:lnTo>
                    <a:cubicBezTo>
                      <a:pt x="19181" y="11778"/>
                      <a:pt x="18664" y="13463"/>
                      <a:pt x="17713" y="14929"/>
                    </a:cubicBezTo>
                    <a:lnTo>
                      <a:pt x="16176" y="13880"/>
                    </a:lnTo>
                    <a:lnTo>
                      <a:pt x="16049" y="14066"/>
                    </a:lnTo>
                    <a:cubicBezTo>
                      <a:pt x="15416" y="14993"/>
                      <a:pt x="14567" y="15779"/>
                      <a:pt x="13596" y="16344"/>
                    </a:cubicBezTo>
                    <a:lnTo>
                      <a:pt x="13401" y="16457"/>
                    </a:lnTo>
                    <a:lnTo>
                      <a:pt x="14332" y="18068"/>
                    </a:lnTo>
                    <a:cubicBezTo>
                      <a:pt x="12956" y="18823"/>
                      <a:pt x="11407" y="19219"/>
                      <a:pt x="9835" y="19219"/>
                    </a:cubicBezTo>
                    <a:cubicBezTo>
                      <a:pt x="9688" y="19219"/>
                      <a:pt x="9536" y="19216"/>
                      <a:pt x="9370" y="19206"/>
                    </a:cubicBezTo>
                    <a:lnTo>
                      <a:pt x="9368" y="19206"/>
                    </a:lnTo>
                    <a:lnTo>
                      <a:pt x="9503" y="17351"/>
                    </a:lnTo>
                    <a:lnTo>
                      <a:pt x="9279" y="17334"/>
                    </a:lnTo>
                    <a:cubicBezTo>
                      <a:pt x="8144" y="17250"/>
                      <a:pt x="7070" y="16919"/>
                      <a:pt x="6087" y="16351"/>
                    </a:cubicBezTo>
                    <a:lnTo>
                      <a:pt x="5890" y="16237"/>
                    </a:lnTo>
                    <a:lnTo>
                      <a:pt x="4960" y="17850"/>
                    </a:lnTo>
                    <a:cubicBezTo>
                      <a:pt x="3475" y="16944"/>
                      <a:pt x="2282" y="15662"/>
                      <a:pt x="1489" y="14122"/>
                    </a:cubicBezTo>
                    <a:lnTo>
                      <a:pt x="3164" y="13311"/>
                    </a:lnTo>
                    <a:lnTo>
                      <a:pt x="3065" y="13108"/>
                    </a:lnTo>
                    <a:cubicBezTo>
                      <a:pt x="2570" y="12087"/>
                      <a:pt x="2318" y="10993"/>
                      <a:pt x="2315" y="9852"/>
                    </a:cubicBezTo>
                    <a:lnTo>
                      <a:pt x="2315" y="9627"/>
                    </a:lnTo>
                    <a:lnTo>
                      <a:pt x="453" y="9627"/>
                    </a:lnTo>
                    <a:cubicBezTo>
                      <a:pt x="493" y="7889"/>
                      <a:pt x="1007" y="6216"/>
                      <a:pt x="1948" y="4757"/>
                    </a:cubicBezTo>
                    <a:lnTo>
                      <a:pt x="3488" y="5804"/>
                    </a:lnTo>
                    <a:lnTo>
                      <a:pt x="3615" y="5618"/>
                    </a:lnTo>
                    <a:cubicBezTo>
                      <a:pt x="4245" y="4691"/>
                      <a:pt x="5092" y="3901"/>
                      <a:pt x="6064" y="3336"/>
                    </a:cubicBezTo>
                    <a:lnTo>
                      <a:pt x="6259" y="3222"/>
                    </a:lnTo>
                    <a:lnTo>
                      <a:pt x="5324" y="1613"/>
                    </a:lnTo>
                    <a:cubicBezTo>
                      <a:pt x="6703" y="853"/>
                      <a:pt x="8258" y="453"/>
                      <a:pt x="9835" y="453"/>
                    </a:cubicBezTo>
                    <a:close/>
                    <a:moveTo>
                      <a:pt x="9835" y="0"/>
                    </a:moveTo>
                    <a:cubicBezTo>
                      <a:pt x="8104" y="0"/>
                      <a:pt x="6397" y="461"/>
                      <a:pt x="4901" y="1334"/>
                    </a:cubicBezTo>
                    <a:lnTo>
                      <a:pt x="4704" y="1448"/>
                    </a:lnTo>
                    <a:lnTo>
                      <a:pt x="5642" y="3062"/>
                    </a:lnTo>
                    <a:cubicBezTo>
                      <a:pt x="4759" y="3610"/>
                      <a:pt x="3980" y="4336"/>
                      <a:pt x="3371" y="5176"/>
                    </a:cubicBezTo>
                    <a:lnTo>
                      <a:pt x="1828" y="4127"/>
                    </a:lnTo>
                    <a:lnTo>
                      <a:pt x="1701" y="4314"/>
                    </a:lnTo>
                    <a:cubicBezTo>
                      <a:pt x="589" y="5948"/>
                      <a:pt x="1" y="7858"/>
                      <a:pt x="1" y="9852"/>
                    </a:cubicBezTo>
                    <a:lnTo>
                      <a:pt x="1" y="10078"/>
                    </a:lnTo>
                    <a:lnTo>
                      <a:pt x="1867" y="10078"/>
                    </a:lnTo>
                    <a:cubicBezTo>
                      <a:pt x="1899" y="11131"/>
                      <a:pt x="2132" y="12145"/>
                      <a:pt x="2563" y="13100"/>
                    </a:cubicBezTo>
                    <a:lnTo>
                      <a:pt x="883" y="13913"/>
                    </a:lnTo>
                    <a:lnTo>
                      <a:pt x="982" y="14117"/>
                    </a:lnTo>
                    <a:cubicBezTo>
                      <a:pt x="1844" y="15897"/>
                      <a:pt x="3211" y="17362"/>
                      <a:pt x="4929" y="18357"/>
                    </a:cubicBezTo>
                    <a:lnTo>
                      <a:pt x="5125" y="18469"/>
                    </a:lnTo>
                    <a:lnTo>
                      <a:pt x="6057" y="16853"/>
                    </a:lnTo>
                    <a:cubicBezTo>
                      <a:pt x="6981" y="17352"/>
                      <a:pt x="7975" y="17658"/>
                      <a:pt x="9021" y="17765"/>
                    </a:cubicBezTo>
                    <a:lnTo>
                      <a:pt x="8884" y="19626"/>
                    </a:lnTo>
                    <a:lnTo>
                      <a:pt x="9110" y="19642"/>
                    </a:lnTo>
                    <a:cubicBezTo>
                      <a:pt x="9384" y="19664"/>
                      <a:pt x="9614" y="19672"/>
                      <a:pt x="9835" y="19672"/>
                    </a:cubicBezTo>
                    <a:cubicBezTo>
                      <a:pt x="11562" y="19672"/>
                      <a:pt x="13264" y="19214"/>
                      <a:pt x="14755" y="18347"/>
                    </a:cubicBezTo>
                    <a:lnTo>
                      <a:pt x="14952" y="18234"/>
                    </a:lnTo>
                    <a:lnTo>
                      <a:pt x="14015" y="16619"/>
                    </a:lnTo>
                    <a:cubicBezTo>
                      <a:pt x="14901" y="16070"/>
                      <a:pt x="15680" y="15347"/>
                      <a:pt x="16292" y="14506"/>
                    </a:cubicBezTo>
                    <a:lnTo>
                      <a:pt x="17833" y="15558"/>
                    </a:lnTo>
                    <a:lnTo>
                      <a:pt x="17960" y="15371"/>
                    </a:lnTo>
                    <a:cubicBezTo>
                      <a:pt x="19079" y="13734"/>
                      <a:pt x="19672" y="11819"/>
                      <a:pt x="19672" y="9835"/>
                    </a:cubicBezTo>
                    <a:lnTo>
                      <a:pt x="19670" y="9578"/>
                    </a:lnTo>
                    <a:lnTo>
                      <a:pt x="17802" y="9578"/>
                    </a:lnTo>
                    <a:cubicBezTo>
                      <a:pt x="17769" y="8527"/>
                      <a:pt x="17534" y="7514"/>
                      <a:pt x="17103" y="6561"/>
                    </a:cubicBezTo>
                    <a:lnTo>
                      <a:pt x="18781" y="5745"/>
                    </a:lnTo>
                    <a:lnTo>
                      <a:pt x="18682" y="5540"/>
                    </a:lnTo>
                    <a:cubicBezTo>
                      <a:pt x="17815" y="3762"/>
                      <a:pt x="16449" y="2299"/>
                      <a:pt x="14727" y="1309"/>
                    </a:cubicBezTo>
                    <a:lnTo>
                      <a:pt x="14531" y="1195"/>
                    </a:lnTo>
                    <a:lnTo>
                      <a:pt x="13601" y="2814"/>
                    </a:lnTo>
                    <a:cubicBezTo>
                      <a:pt x="12677" y="2315"/>
                      <a:pt x="11682" y="2011"/>
                      <a:pt x="10637" y="1907"/>
                    </a:cubicBezTo>
                    <a:lnTo>
                      <a:pt x="10769" y="45"/>
                    </a:lnTo>
                    <a:lnTo>
                      <a:pt x="10544" y="29"/>
                    </a:lnTo>
                    <a:cubicBezTo>
                      <a:pt x="10275" y="10"/>
                      <a:pt x="10050" y="0"/>
                      <a:pt x="98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7"/>
              <p:cNvSpPr/>
              <p:nvPr/>
            </p:nvSpPr>
            <p:spPr>
              <a:xfrm>
                <a:off x="7230275" y="3518500"/>
                <a:ext cx="95075" cy="187625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7505" extrusionOk="0">
                    <a:moveTo>
                      <a:pt x="1655" y="622"/>
                    </a:moveTo>
                    <a:cubicBezTo>
                      <a:pt x="2770" y="2575"/>
                      <a:pt x="3305" y="4780"/>
                      <a:pt x="3214" y="7026"/>
                    </a:cubicBezTo>
                    <a:lnTo>
                      <a:pt x="2013" y="6955"/>
                    </a:lnTo>
                    <a:lnTo>
                      <a:pt x="2015" y="6955"/>
                    </a:lnTo>
                    <a:cubicBezTo>
                      <a:pt x="2089" y="4952"/>
                      <a:pt x="1610" y="2986"/>
                      <a:pt x="620" y="1237"/>
                    </a:cubicBezTo>
                    <a:lnTo>
                      <a:pt x="1655" y="622"/>
                    </a:lnTo>
                    <a:close/>
                    <a:moveTo>
                      <a:pt x="1813" y="1"/>
                    </a:moveTo>
                    <a:lnTo>
                      <a:pt x="1" y="1080"/>
                    </a:lnTo>
                    <a:lnTo>
                      <a:pt x="117" y="1273"/>
                    </a:lnTo>
                    <a:cubicBezTo>
                      <a:pt x="1177" y="3057"/>
                      <a:pt x="1673" y="5091"/>
                      <a:pt x="1551" y="7153"/>
                    </a:cubicBezTo>
                    <a:lnTo>
                      <a:pt x="1539" y="7379"/>
                    </a:lnTo>
                    <a:lnTo>
                      <a:pt x="3640" y="7505"/>
                    </a:lnTo>
                    <a:lnTo>
                      <a:pt x="3654" y="7278"/>
                    </a:lnTo>
                    <a:cubicBezTo>
                      <a:pt x="3802" y="4789"/>
                      <a:pt x="3206" y="2340"/>
                      <a:pt x="1929" y="196"/>
                    </a:cubicBezTo>
                    <a:lnTo>
                      <a:pt x="18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7"/>
              <p:cNvSpPr/>
              <p:nvPr/>
            </p:nvSpPr>
            <p:spPr>
              <a:xfrm>
                <a:off x="7002700" y="3372300"/>
                <a:ext cx="185350" cy="98450"/>
              </a:xfrm>
              <a:custGeom>
                <a:avLst/>
                <a:gdLst/>
                <a:ahLst/>
                <a:cxnLst/>
                <a:rect l="l" t="t" r="r" b="b"/>
                <a:pathLst>
                  <a:path w="7414" h="3938" extrusionOk="0">
                    <a:moveTo>
                      <a:pt x="459" y="453"/>
                    </a:moveTo>
                    <a:lnTo>
                      <a:pt x="459" y="453"/>
                    </a:lnTo>
                    <a:cubicBezTo>
                      <a:pt x="2479" y="463"/>
                      <a:pt x="4475" y="992"/>
                      <a:pt x="6244" y="1986"/>
                    </a:cubicBezTo>
                    <a:cubicBezTo>
                      <a:pt x="6428" y="2091"/>
                      <a:pt x="6609" y="2198"/>
                      <a:pt x="6786" y="2310"/>
                    </a:cubicBezTo>
                    <a:lnTo>
                      <a:pt x="6125" y="3313"/>
                    </a:lnTo>
                    <a:cubicBezTo>
                      <a:pt x="5958" y="3206"/>
                      <a:pt x="5806" y="3113"/>
                      <a:pt x="5658" y="3031"/>
                    </a:cubicBezTo>
                    <a:cubicBezTo>
                      <a:pt x="4075" y="2142"/>
                      <a:pt x="2289" y="1669"/>
                      <a:pt x="477" y="1658"/>
                    </a:cubicBezTo>
                    <a:lnTo>
                      <a:pt x="459" y="453"/>
                    </a:lnTo>
                    <a:close/>
                    <a:moveTo>
                      <a:pt x="419" y="1"/>
                    </a:moveTo>
                    <a:cubicBezTo>
                      <a:pt x="354" y="1"/>
                      <a:pt x="290" y="1"/>
                      <a:pt x="226" y="2"/>
                    </a:cubicBezTo>
                    <a:lnTo>
                      <a:pt x="1" y="6"/>
                    </a:lnTo>
                    <a:lnTo>
                      <a:pt x="31" y="2115"/>
                    </a:lnTo>
                    <a:lnTo>
                      <a:pt x="257" y="2112"/>
                    </a:lnTo>
                    <a:cubicBezTo>
                      <a:pt x="313" y="2111"/>
                      <a:pt x="368" y="2111"/>
                      <a:pt x="424" y="2111"/>
                    </a:cubicBezTo>
                    <a:cubicBezTo>
                      <a:pt x="2177" y="2111"/>
                      <a:pt x="3907" y="2565"/>
                      <a:pt x="5435" y="3425"/>
                    </a:cubicBezTo>
                    <a:cubicBezTo>
                      <a:pt x="5628" y="3533"/>
                      <a:pt x="5828" y="3657"/>
                      <a:pt x="6066" y="3814"/>
                    </a:cubicBezTo>
                    <a:lnTo>
                      <a:pt x="6254" y="3938"/>
                    </a:lnTo>
                    <a:lnTo>
                      <a:pt x="7414" y="2181"/>
                    </a:lnTo>
                    <a:lnTo>
                      <a:pt x="7225" y="2056"/>
                    </a:lnTo>
                    <a:cubicBezTo>
                      <a:pt x="6979" y="1894"/>
                      <a:pt x="6725" y="1739"/>
                      <a:pt x="6466" y="1592"/>
                    </a:cubicBezTo>
                    <a:cubicBezTo>
                      <a:pt x="4617" y="553"/>
                      <a:pt x="2533" y="1"/>
                      <a:pt x="4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7"/>
              <p:cNvSpPr/>
              <p:nvPr/>
            </p:nvSpPr>
            <p:spPr>
              <a:xfrm>
                <a:off x="7121650" y="3802825"/>
                <a:ext cx="163875" cy="158850"/>
              </a:xfrm>
              <a:custGeom>
                <a:avLst/>
                <a:gdLst/>
                <a:ahLst/>
                <a:cxnLst/>
                <a:rect l="l" t="t" r="r" b="b"/>
                <a:pathLst>
                  <a:path w="6555" h="6354" extrusionOk="0">
                    <a:moveTo>
                      <a:pt x="4894" y="589"/>
                    </a:moveTo>
                    <a:lnTo>
                      <a:pt x="5938" y="1176"/>
                    </a:lnTo>
                    <a:cubicBezTo>
                      <a:pt x="4797" y="3132"/>
                      <a:pt x="3145" y="4706"/>
                      <a:pt x="1139" y="5745"/>
                    </a:cubicBezTo>
                    <a:lnTo>
                      <a:pt x="606" y="4668"/>
                    </a:lnTo>
                    <a:cubicBezTo>
                      <a:pt x="2398" y="3736"/>
                      <a:pt x="3875" y="2330"/>
                      <a:pt x="4894" y="589"/>
                    </a:cubicBezTo>
                    <a:close/>
                    <a:moveTo>
                      <a:pt x="4708" y="1"/>
                    </a:moveTo>
                    <a:lnTo>
                      <a:pt x="4597" y="199"/>
                    </a:lnTo>
                    <a:cubicBezTo>
                      <a:pt x="3581" y="2007"/>
                      <a:pt x="2061" y="3447"/>
                      <a:pt x="204" y="4364"/>
                    </a:cubicBezTo>
                    <a:lnTo>
                      <a:pt x="1" y="4465"/>
                    </a:lnTo>
                    <a:lnTo>
                      <a:pt x="936" y="6353"/>
                    </a:lnTo>
                    <a:lnTo>
                      <a:pt x="1139" y="6252"/>
                    </a:lnTo>
                    <a:cubicBezTo>
                      <a:pt x="3373" y="5147"/>
                      <a:pt x="5203" y="3409"/>
                      <a:pt x="6431" y="1228"/>
                    </a:cubicBezTo>
                    <a:lnTo>
                      <a:pt x="6555" y="1004"/>
                    </a:lnTo>
                    <a:lnTo>
                      <a:pt x="4921" y="83"/>
                    </a:lnTo>
                    <a:lnTo>
                      <a:pt x="47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7"/>
              <p:cNvSpPr/>
              <p:nvPr/>
            </p:nvSpPr>
            <p:spPr>
              <a:xfrm>
                <a:off x="6836800" y="3892700"/>
                <a:ext cx="185225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3948" extrusionOk="0">
                    <a:moveTo>
                      <a:pt x="1291" y="627"/>
                    </a:moveTo>
                    <a:cubicBezTo>
                      <a:pt x="1463" y="738"/>
                      <a:pt x="1620" y="832"/>
                      <a:pt x="1773" y="919"/>
                    </a:cubicBezTo>
                    <a:cubicBezTo>
                      <a:pt x="3349" y="1805"/>
                      <a:pt x="5130" y="2277"/>
                      <a:pt x="6936" y="2291"/>
                    </a:cubicBezTo>
                    <a:lnTo>
                      <a:pt x="6951" y="3495"/>
                    </a:lnTo>
                    <a:cubicBezTo>
                      <a:pt x="4939" y="3482"/>
                      <a:pt x="2951" y="2955"/>
                      <a:pt x="1187" y="1962"/>
                    </a:cubicBezTo>
                    <a:cubicBezTo>
                      <a:pt x="998" y="1856"/>
                      <a:pt x="810" y="1744"/>
                      <a:pt x="628" y="1628"/>
                    </a:cubicBezTo>
                    <a:lnTo>
                      <a:pt x="627" y="1628"/>
                    </a:lnTo>
                    <a:lnTo>
                      <a:pt x="1291" y="627"/>
                    </a:lnTo>
                    <a:close/>
                    <a:moveTo>
                      <a:pt x="1162" y="1"/>
                    </a:moveTo>
                    <a:lnTo>
                      <a:pt x="1" y="1757"/>
                    </a:lnTo>
                    <a:lnTo>
                      <a:pt x="189" y="1881"/>
                    </a:lnTo>
                    <a:cubicBezTo>
                      <a:pt x="440" y="2048"/>
                      <a:pt x="701" y="2208"/>
                      <a:pt x="965" y="2357"/>
                    </a:cubicBezTo>
                    <a:cubicBezTo>
                      <a:pt x="2819" y="3399"/>
                      <a:pt x="4911" y="3948"/>
                      <a:pt x="7027" y="3948"/>
                    </a:cubicBezTo>
                    <a:cubicBezTo>
                      <a:pt x="7078" y="3948"/>
                      <a:pt x="7131" y="3948"/>
                      <a:pt x="7184" y="3946"/>
                    </a:cubicBezTo>
                    <a:lnTo>
                      <a:pt x="7408" y="3944"/>
                    </a:lnTo>
                    <a:lnTo>
                      <a:pt x="7382" y="1835"/>
                    </a:lnTo>
                    <a:lnTo>
                      <a:pt x="7156" y="1838"/>
                    </a:lnTo>
                    <a:cubicBezTo>
                      <a:pt x="7103" y="1839"/>
                      <a:pt x="7051" y="1839"/>
                      <a:pt x="6999" y="1839"/>
                    </a:cubicBezTo>
                    <a:cubicBezTo>
                      <a:pt x="5247" y="1839"/>
                      <a:pt x="3522" y="1383"/>
                      <a:pt x="1996" y="525"/>
                    </a:cubicBezTo>
                    <a:cubicBezTo>
                      <a:pt x="1796" y="412"/>
                      <a:pt x="1591" y="287"/>
                      <a:pt x="1350" y="126"/>
                    </a:cubicBezTo>
                    <a:lnTo>
                      <a:pt x="116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7"/>
              <p:cNvSpPr/>
              <p:nvPr/>
            </p:nvSpPr>
            <p:spPr>
              <a:xfrm>
                <a:off x="6699875" y="3657075"/>
                <a:ext cx="94875" cy="187700"/>
              </a:xfrm>
              <a:custGeom>
                <a:avLst/>
                <a:gdLst/>
                <a:ahLst/>
                <a:cxnLst/>
                <a:rect l="l" t="t" r="r" b="b"/>
                <a:pathLst>
                  <a:path w="3795" h="7508" extrusionOk="0">
                    <a:moveTo>
                      <a:pt x="592" y="480"/>
                    </a:moveTo>
                    <a:lnTo>
                      <a:pt x="1792" y="553"/>
                    </a:lnTo>
                    <a:cubicBezTo>
                      <a:pt x="1712" y="2555"/>
                      <a:pt x="2188" y="4522"/>
                      <a:pt x="3176" y="6272"/>
                    </a:cubicBezTo>
                    <a:lnTo>
                      <a:pt x="2140" y="6887"/>
                    </a:lnTo>
                    <a:cubicBezTo>
                      <a:pt x="1030" y="4931"/>
                      <a:pt x="497" y="2725"/>
                      <a:pt x="592" y="480"/>
                    </a:cubicBezTo>
                    <a:close/>
                    <a:moveTo>
                      <a:pt x="166" y="1"/>
                    </a:moveTo>
                    <a:lnTo>
                      <a:pt x="153" y="225"/>
                    </a:lnTo>
                    <a:cubicBezTo>
                      <a:pt x="1" y="2715"/>
                      <a:pt x="592" y="5165"/>
                      <a:pt x="1864" y="7313"/>
                    </a:cubicBezTo>
                    <a:lnTo>
                      <a:pt x="1980" y="7508"/>
                    </a:lnTo>
                    <a:lnTo>
                      <a:pt x="3794" y="6432"/>
                    </a:lnTo>
                    <a:lnTo>
                      <a:pt x="3678" y="6237"/>
                    </a:lnTo>
                    <a:cubicBezTo>
                      <a:pt x="2623" y="4451"/>
                      <a:pt x="2130" y="2418"/>
                      <a:pt x="2254" y="354"/>
                    </a:cubicBezTo>
                    <a:lnTo>
                      <a:pt x="2268" y="13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7"/>
              <p:cNvSpPr/>
              <p:nvPr/>
            </p:nvSpPr>
            <p:spPr>
              <a:xfrm>
                <a:off x="6739900" y="3402250"/>
                <a:ext cx="163300" cy="158825"/>
              </a:xfrm>
              <a:custGeom>
                <a:avLst/>
                <a:gdLst/>
                <a:ahLst/>
                <a:cxnLst/>
                <a:rect l="l" t="t" r="r" b="b"/>
                <a:pathLst>
                  <a:path w="6532" h="6353" extrusionOk="0">
                    <a:moveTo>
                      <a:pt x="5391" y="610"/>
                    </a:moveTo>
                    <a:lnTo>
                      <a:pt x="5927" y="1687"/>
                    </a:lnTo>
                    <a:cubicBezTo>
                      <a:pt x="4147" y="2616"/>
                      <a:pt x="2680" y="4012"/>
                      <a:pt x="1663" y="5743"/>
                    </a:cubicBezTo>
                    <a:lnTo>
                      <a:pt x="619" y="5157"/>
                    </a:lnTo>
                    <a:cubicBezTo>
                      <a:pt x="1755" y="3212"/>
                      <a:pt x="3399" y="1648"/>
                      <a:pt x="5391" y="610"/>
                    </a:cubicBezTo>
                    <a:close/>
                    <a:moveTo>
                      <a:pt x="5593" y="0"/>
                    </a:moveTo>
                    <a:lnTo>
                      <a:pt x="5391" y="101"/>
                    </a:lnTo>
                    <a:cubicBezTo>
                      <a:pt x="3164" y="1208"/>
                      <a:pt x="1341" y="2943"/>
                      <a:pt x="111" y="5130"/>
                    </a:cubicBezTo>
                    <a:lnTo>
                      <a:pt x="1" y="5327"/>
                    </a:lnTo>
                    <a:lnTo>
                      <a:pt x="1636" y="6247"/>
                    </a:lnTo>
                    <a:lnTo>
                      <a:pt x="1844" y="6353"/>
                    </a:lnTo>
                    <a:lnTo>
                      <a:pt x="1952" y="6146"/>
                    </a:lnTo>
                    <a:cubicBezTo>
                      <a:pt x="2966" y="4344"/>
                      <a:pt x="4480" y="2906"/>
                      <a:pt x="6330" y="1988"/>
                    </a:cubicBezTo>
                    <a:lnTo>
                      <a:pt x="6531" y="1889"/>
                    </a:lnTo>
                    <a:lnTo>
                      <a:pt x="55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7"/>
              <p:cNvSpPr/>
              <p:nvPr/>
            </p:nvSpPr>
            <p:spPr>
              <a:xfrm>
                <a:off x="6644550" y="3312875"/>
                <a:ext cx="737125" cy="737425"/>
              </a:xfrm>
              <a:custGeom>
                <a:avLst/>
                <a:gdLst/>
                <a:ahLst/>
                <a:cxnLst/>
                <a:rect l="l" t="t" r="r" b="b"/>
                <a:pathLst>
                  <a:path w="29485" h="29497" extrusionOk="0">
                    <a:moveTo>
                      <a:pt x="14517" y="0"/>
                    </a:moveTo>
                    <a:cubicBezTo>
                      <a:pt x="14291" y="4"/>
                      <a:pt x="14059" y="12"/>
                      <a:pt x="13830" y="25"/>
                    </a:cubicBezTo>
                    <a:lnTo>
                      <a:pt x="13858" y="476"/>
                    </a:lnTo>
                    <a:lnTo>
                      <a:pt x="13858" y="476"/>
                    </a:lnTo>
                    <a:cubicBezTo>
                      <a:pt x="14080" y="463"/>
                      <a:pt x="14304" y="455"/>
                      <a:pt x="14522" y="453"/>
                    </a:cubicBezTo>
                    <a:lnTo>
                      <a:pt x="14517" y="0"/>
                    </a:lnTo>
                    <a:close/>
                    <a:moveTo>
                      <a:pt x="13858" y="476"/>
                    </a:moveTo>
                    <a:cubicBezTo>
                      <a:pt x="13857" y="476"/>
                      <a:pt x="13857" y="476"/>
                      <a:pt x="13856" y="476"/>
                    </a:cubicBezTo>
                    <a:lnTo>
                      <a:pt x="13858" y="476"/>
                    </a:lnTo>
                    <a:lnTo>
                      <a:pt x="13858" y="476"/>
                    </a:lnTo>
                    <a:close/>
                    <a:moveTo>
                      <a:pt x="17249" y="215"/>
                    </a:moveTo>
                    <a:lnTo>
                      <a:pt x="17173" y="659"/>
                    </a:lnTo>
                    <a:cubicBezTo>
                      <a:pt x="17392" y="697"/>
                      <a:pt x="17611" y="740"/>
                      <a:pt x="17826" y="788"/>
                    </a:cubicBezTo>
                    <a:lnTo>
                      <a:pt x="17924" y="347"/>
                    </a:lnTo>
                    <a:cubicBezTo>
                      <a:pt x="17702" y="298"/>
                      <a:pt x="17476" y="253"/>
                      <a:pt x="17249" y="215"/>
                    </a:cubicBezTo>
                    <a:close/>
                    <a:moveTo>
                      <a:pt x="11119" y="441"/>
                    </a:moveTo>
                    <a:cubicBezTo>
                      <a:pt x="10901" y="496"/>
                      <a:pt x="10678" y="559"/>
                      <a:pt x="10458" y="625"/>
                    </a:cubicBezTo>
                    <a:lnTo>
                      <a:pt x="10588" y="1058"/>
                    </a:lnTo>
                    <a:cubicBezTo>
                      <a:pt x="10801" y="993"/>
                      <a:pt x="11016" y="934"/>
                      <a:pt x="11229" y="881"/>
                    </a:cubicBezTo>
                    <a:lnTo>
                      <a:pt x="11119" y="441"/>
                    </a:lnTo>
                    <a:close/>
                    <a:moveTo>
                      <a:pt x="20535" y="1188"/>
                    </a:moveTo>
                    <a:lnTo>
                      <a:pt x="20357" y="1603"/>
                    </a:lnTo>
                    <a:cubicBezTo>
                      <a:pt x="20560" y="1690"/>
                      <a:pt x="20765" y="1783"/>
                      <a:pt x="20965" y="1880"/>
                    </a:cubicBezTo>
                    <a:lnTo>
                      <a:pt x="21162" y="1472"/>
                    </a:lnTo>
                    <a:cubicBezTo>
                      <a:pt x="20957" y="1373"/>
                      <a:pt x="20745" y="1277"/>
                      <a:pt x="20535" y="1188"/>
                    </a:cubicBezTo>
                    <a:close/>
                    <a:moveTo>
                      <a:pt x="7917" y="1659"/>
                    </a:moveTo>
                    <a:cubicBezTo>
                      <a:pt x="7715" y="1763"/>
                      <a:pt x="7512" y="1874"/>
                      <a:pt x="7316" y="1989"/>
                    </a:cubicBezTo>
                    <a:lnTo>
                      <a:pt x="7544" y="2379"/>
                    </a:lnTo>
                    <a:cubicBezTo>
                      <a:pt x="7733" y="2269"/>
                      <a:pt x="7930" y="2161"/>
                      <a:pt x="8125" y="2059"/>
                    </a:cubicBezTo>
                    <a:lnTo>
                      <a:pt x="7917" y="1659"/>
                    </a:lnTo>
                    <a:close/>
                    <a:moveTo>
                      <a:pt x="23508" y="2896"/>
                    </a:moveTo>
                    <a:lnTo>
                      <a:pt x="23238" y="3260"/>
                    </a:lnTo>
                    <a:cubicBezTo>
                      <a:pt x="23415" y="3390"/>
                      <a:pt x="23592" y="3529"/>
                      <a:pt x="23764" y="3668"/>
                    </a:cubicBezTo>
                    <a:lnTo>
                      <a:pt x="24049" y="3318"/>
                    </a:lnTo>
                    <a:cubicBezTo>
                      <a:pt x="23873" y="3174"/>
                      <a:pt x="23691" y="3032"/>
                      <a:pt x="23508" y="2896"/>
                    </a:cubicBezTo>
                    <a:close/>
                    <a:moveTo>
                      <a:pt x="5082" y="3582"/>
                    </a:moveTo>
                    <a:cubicBezTo>
                      <a:pt x="4912" y="3729"/>
                      <a:pt x="4740" y="3884"/>
                      <a:pt x="4573" y="4043"/>
                    </a:cubicBezTo>
                    <a:lnTo>
                      <a:pt x="4884" y="4370"/>
                    </a:lnTo>
                    <a:cubicBezTo>
                      <a:pt x="5046" y="4216"/>
                      <a:pt x="5212" y="4068"/>
                      <a:pt x="5378" y="3924"/>
                    </a:cubicBezTo>
                    <a:lnTo>
                      <a:pt x="5082" y="3582"/>
                    </a:lnTo>
                    <a:close/>
                    <a:moveTo>
                      <a:pt x="26005" y="5241"/>
                    </a:moveTo>
                    <a:lnTo>
                      <a:pt x="25660" y="5533"/>
                    </a:lnTo>
                    <a:cubicBezTo>
                      <a:pt x="25802" y="5702"/>
                      <a:pt x="25943" y="5875"/>
                      <a:pt x="26078" y="6050"/>
                    </a:cubicBezTo>
                    <a:lnTo>
                      <a:pt x="26437" y="5776"/>
                    </a:lnTo>
                    <a:cubicBezTo>
                      <a:pt x="26298" y="5594"/>
                      <a:pt x="26153" y="5414"/>
                      <a:pt x="26005" y="5241"/>
                    </a:cubicBezTo>
                    <a:close/>
                    <a:moveTo>
                      <a:pt x="2764" y="6105"/>
                    </a:moveTo>
                    <a:cubicBezTo>
                      <a:pt x="2630" y="6288"/>
                      <a:pt x="2500" y="6480"/>
                      <a:pt x="2374" y="6670"/>
                    </a:cubicBezTo>
                    <a:lnTo>
                      <a:pt x="2752" y="6919"/>
                    </a:lnTo>
                    <a:cubicBezTo>
                      <a:pt x="2873" y="6733"/>
                      <a:pt x="3002" y="6549"/>
                      <a:pt x="3131" y="6371"/>
                    </a:cubicBezTo>
                    <a:lnTo>
                      <a:pt x="2764" y="6105"/>
                    </a:lnTo>
                    <a:close/>
                    <a:moveTo>
                      <a:pt x="27899" y="8097"/>
                    </a:moveTo>
                    <a:lnTo>
                      <a:pt x="27494" y="8300"/>
                    </a:lnTo>
                    <a:cubicBezTo>
                      <a:pt x="27595" y="8499"/>
                      <a:pt x="27691" y="8700"/>
                      <a:pt x="27781" y="8900"/>
                    </a:cubicBezTo>
                    <a:lnTo>
                      <a:pt x="28194" y="8715"/>
                    </a:lnTo>
                    <a:cubicBezTo>
                      <a:pt x="28100" y="8507"/>
                      <a:pt x="28001" y="8300"/>
                      <a:pt x="27899" y="8097"/>
                    </a:cubicBezTo>
                    <a:close/>
                    <a:moveTo>
                      <a:pt x="1089" y="9095"/>
                    </a:moveTo>
                    <a:cubicBezTo>
                      <a:pt x="1001" y="9306"/>
                      <a:pt x="917" y="9521"/>
                      <a:pt x="839" y="9736"/>
                    </a:cubicBezTo>
                    <a:lnTo>
                      <a:pt x="1264" y="9890"/>
                    </a:lnTo>
                    <a:cubicBezTo>
                      <a:pt x="1340" y="9681"/>
                      <a:pt x="1421" y="9473"/>
                      <a:pt x="1507" y="9268"/>
                    </a:cubicBezTo>
                    <a:lnTo>
                      <a:pt x="1089" y="9095"/>
                    </a:lnTo>
                    <a:close/>
                    <a:moveTo>
                      <a:pt x="29078" y="11310"/>
                    </a:moveTo>
                    <a:lnTo>
                      <a:pt x="28639" y="11416"/>
                    </a:lnTo>
                    <a:cubicBezTo>
                      <a:pt x="28690" y="11631"/>
                      <a:pt x="28738" y="11851"/>
                      <a:pt x="28779" y="12067"/>
                    </a:cubicBezTo>
                    <a:lnTo>
                      <a:pt x="29224" y="11983"/>
                    </a:lnTo>
                    <a:cubicBezTo>
                      <a:pt x="29181" y="11758"/>
                      <a:pt x="29133" y="11532"/>
                      <a:pt x="29078" y="11310"/>
                    </a:cubicBezTo>
                    <a:close/>
                    <a:moveTo>
                      <a:pt x="152" y="12391"/>
                    </a:moveTo>
                    <a:cubicBezTo>
                      <a:pt x="116" y="12616"/>
                      <a:pt x="84" y="12844"/>
                      <a:pt x="58" y="13072"/>
                    </a:cubicBezTo>
                    <a:lnTo>
                      <a:pt x="507" y="13123"/>
                    </a:lnTo>
                    <a:cubicBezTo>
                      <a:pt x="532" y="12903"/>
                      <a:pt x="563" y="12680"/>
                      <a:pt x="598" y="12464"/>
                    </a:cubicBezTo>
                    <a:lnTo>
                      <a:pt x="152" y="12391"/>
                    </a:lnTo>
                    <a:close/>
                    <a:moveTo>
                      <a:pt x="29032" y="14714"/>
                    </a:moveTo>
                    <a:lnTo>
                      <a:pt x="29032" y="14760"/>
                    </a:lnTo>
                    <a:cubicBezTo>
                      <a:pt x="29032" y="14981"/>
                      <a:pt x="29027" y="15204"/>
                      <a:pt x="29017" y="15426"/>
                    </a:cubicBezTo>
                    <a:lnTo>
                      <a:pt x="29468" y="15446"/>
                    </a:lnTo>
                    <a:cubicBezTo>
                      <a:pt x="29478" y="15218"/>
                      <a:pt x="29485" y="14988"/>
                      <a:pt x="29485" y="14758"/>
                    </a:cubicBezTo>
                    <a:lnTo>
                      <a:pt x="29485" y="14714"/>
                    </a:lnTo>
                    <a:close/>
                    <a:moveTo>
                      <a:pt x="451" y="15783"/>
                    </a:moveTo>
                    <a:lnTo>
                      <a:pt x="0" y="15814"/>
                    </a:lnTo>
                    <a:cubicBezTo>
                      <a:pt x="15" y="16040"/>
                      <a:pt x="36" y="16272"/>
                      <a:pt x="63" y="16496"/>
                    </a:cubicBezTo>
                    <a:lnTo>
                      <a:pt x="512" y="16445"/>
                    </a:lnTo>
                    <a:cubicBezTo>
                      <a:pt x="487" y="16225"/>
                      <a:pt x="466" y="16002"/>
                      <a:pt x="451" y="15783"/>
                    </a:cubicBezTo>
                    <a:close/>
                    <a:moveTo>
                      <a:pt x="28650" y="18059"/>
                    </a:moveTo>
                    <a:cubicBezTo>
                      <a:pt x="28599" y="18274"/>
                      <a:pt x="28543" y="18490"/>
                      <a:pt x="28482" y="18702"/>
                    </a:cubicBezTo>
                    <a:lnTo>
                      <a:pt x="28916" y="18827"/>
                    </a:lnTo>
                    <a:cubicBezTo>
                      <a:pt x="28979" y="18608"/>
                      <a:pt x="29039" y="18385"/>
                      <a:pt x="29090" y="18162"/>
                    </a:cubicBezTo>
                    <a:lnTo>
                      <a:pt x="28650" y="18059"/>
                    </a:lnTo>
                    <a:close/>
                    <a:moveTo>
                      <a:pt x="1067" y="19044"/>
                    </a:moveTo>
                    <a:lnTo>
                      <a:pt x="636" y="19179"/>
                    </a:lnTo>
                    <a:cubicBezTo>
                      <a:pt x="704" y="19399"/>
                      <a:pt x="778" y="19619"/>
                      <a:pt x="856" y="19830"/>
                    </a:cubicBezTo>
                    <a:lnTo>
                      <a:pt x="1280" y="19675"/>
                    </a:lnTo>
                    <a:cubicBezTo>
                      <a:pt x="1206" y="19468"/>
                      <a:pt x="1133" y="19257"/>
                      <a:pt x="1067" y="19044"/>
                    </a:cubicBezTo>
                    <a:close/>
                    <a:moveTo>
                      <a:pt x="27514" y="21180"/>
                    </a:moveTo>
                    <a:cubicBezTo>
                      <a:pt x="27415" y="21377"/>
                      <a:pt x="27309" y="21575"/>
                      <a:pt x="27202" y="21768"/>
                    </a:cubicBezTo>
                    <a:lnTo>
                      <a:pt x="27595" y="21989"/>
                    </a:lnTo>
                    <a:cubicBezTo>
                      <a:pt x="27707" y="21791"/>
                      <a:pt x="27816" y="21586"/>
                      <a:pt x="27919" y="21383"/>
                    </a:cubicBezTo>
                    <a:lnTo>
                      <a:pt x="27514" y="21180"/>
                    </a:lnTo>
                    <a:close/>
                    <a:moveTo>
                      <a:pt x="2424" y="22075"/>
                    </a:moveTo>
                    <a:lnTo>
                      <a:pt x="2035" y="22307"/>
                    </a:lnTo>
                    <a:cubicBezTo>
                      <a:pt x="2153" y="22503"/>
                      <a:pt x="2275" y="22700"/>
                      <a:pt x="2401" y="22888"/>
                    </a:cubicBezTo>
                    <a:lnTo>
                      <a:pt x="2777" y="22639"/>
                    </a:lnTo>
                    <a:cubicBezTo>
                      <a:pt x="2657" y="22455"/>
                      <a:pt x="2538" y="22267"/>
                      <a:pt x="2424" y="22075"/>
                    </a:cubicBezTo>
                    <a:close/>
                    <a:moveTo>
                      <a:pt x="25688" y="23954"/>
                    </a:moveTo>
                    <a:cubicBezTo>
                      <a:pt x="25545" y="24126"/>
                      <a:pt x="25396" y="24292"/>
                      <a:pt x="25247" y="24454"/>
                    </a:cubicBezTo>
                    <a:lnTo>
                      <a:pt x="25579" y="24760"/>
                    </a:lnTo>
                    <a:lnTo>
                      <a:pt x="25581" y="24760"/>
                    </a:lnTo>
                    <a:cubicBezTo>
                      <a:pt x="25733" y="24595"/>
                      <a:pt x="25887" y="24421"/>
                      <a:pt x="26034" y="24245"/>
                    </a:cubicBezTo>
                    <a:lnTo>
                      <a:pt x="25688" y="23954"/>
                    </a:lnTo>
                    <a:close/>
                    <a:moveTo>
                      <a:pt x="4443" y="24712"/>
                    </a:moveTo>
                    <a:lnTo>
                      <a:pt x="4117" y="25026"/>
                    </a:lnTo>
                    <a:cubicBezTo>
                      <a:pt x="4276" y="25190"/>
                      <a:pt x="4441" y="25353"/>
                      <a:pt x="4606" y="25508"/>
                    </a:cubicBezTo>
                    <a:lnTo>
                      <a:pt x="4917" y="25180"/>
                    </a:lnTo>
                    <a:cubicBezTo>
                      <a:pt x="4756" y="25028"/>
                      <a:pt x="4596" y="24871"/>
                      <a:pt x="4443" y="24712"/>
                    </a:cubicBezTo>
                    <a:close/>
                    <a:moveTo>
                      <a:pt x="23273" y="26235"/>
                    </a:moveTo>
                    <a:cubicBezTo>
                      <a:pt x="23095" y="26367"/>
                      <a:pt x="22913" y="26496"/>
                      <a:pt x="22729" y="26620"/>
                    </a:cubicBezTo>
                    <a:lnTo>
                      <a:pt x="22984" y="26995"/>
                    </a:lnTo>
                    <a:cubicBezTo>
                      <a:pt x="23172" y="26868"/>
                      <a:pt x="23361" y="26734"/>
                      <a:pt x="23542" y="26597"/>
                    </a:cubicBezTo>
                    <a:lnTo>
                      <a:pt x="23273" y="26235"/>
                    </a:lnTo>
                    <a:close/>
                    <a:moveTo>
                      <a:pt x="7013" y="26815"/>
                    </a:moveTo>
                    <a:lnTo>
                      <a:pt x="6769" y="27197"/>
                    </a:lnTo>
                    <a:cubicBezTo>
                      <a:pt x="6960" y="27319"/>
                      <a:pt x="7159" y="27440"/>
                      <a:pt x="7357" y="27554"/>
                    </a:cubicBezTo>
                    <a:lnTo>
                      <a:pt x="7583" y="27162"/>
                    </a:lnTo>
                    <a:cubicBezTo>
                      <a:pt x="7390" y="27051"/>
                      <a:pt x="7200" y="26934"/>
                      <a:pt x="7013" y="26815"/>
                    </a:cubicBezTo>
                    <a:close/>
                    <a:moveTo>
                      <a:pt x="20398" y="27899"/>
                    </a:moveTo>
                    <a:cubicBezTo>
                      <a:pt x="20197" y="27985"/>
                      <a:pt x="19990" y="28069"/>
                      <a:pt x="19784" y="28148"/>
                    </a:cubicBezTo>
                    <a:lnTo>
                      <a:pt x="19944" y="28571"/>
                    </a:lnTo>
                    <a:cubicBezTo>
                      <a:pt x="20157" y="28490"/>
                      <a:pt x="20370" y="28403"/>
                      <a:pt x="20578" y="28314"/>
                    </a:cubicBezTo>
                    <a:lnTo>
                      <a:pt x="20398" y="27899"/>
                    </a:lnTo>
                    <a:close/>
                    <a:moveTo>
                      <a:pt x="10000" y="28271"/>
                    </a:moveTo>
                    <a:lnTo>
                      <a:pt x="9850" y="28697"/>
                    </a:lnTo>
                    <a:cubicBezTo>
                      <a:pt x="10065" y="28771"/>
                      <a:pt x="10284" y="28844"/>
                      <a:pt x="10504" y="28908"/>
                    </a:cubicBezTo>
                    <a:lnTo>
                      <a:pt x="10633" y="28475"/>
                    </a:lnTo>
                    <a:cubicBezTo>
                      <a:pt x="10420" y="28411"/>
                      <a:pt x="10207" y="28343"/>
                      <a:pt x="10000" y="28271"/>
                    </a:cubicBezTo>
                    <a:close/>
                    <a:moveTo>
                      <a:pt x="17220" y="28851"/>
                    </a:moveTo>
                    <a:cubicBezTo>
                      <a:pt x="16998" y="28890"/>
                      <a:pt x="16777" y="28923"/>
                      <a:pt x="16562" y="28951"/>
                    </a:cubicBezTo>
                    <a:lnTo>
                      <a:pt x="16618" y="29399"/>
                    </a:lnTo>
                    <a:cubicBezTo>
                      <a:pt x="16841" y="29371"/>
                      <a:pt x="17069" y="29336"/>
                      <a:pt x="17297" y="29297"/>
                    </a:cubicBezTo>
                    <a:lnTo>
                      <a:pt x="17220" y="28851"/>
                    </a:lnTo>
                    <a:close/>
                    <a:moveTo>
                      <a:pt x="13240" y="28993"/>
                    </a:moveTo>
                    <a:lnTo>
                      <a:pt x="13195" y="29442"/>
                    </a:lnTo>
                    <a:cubicBezTo>
                      <a:pt x="13422" y="29465"/>
                      <a:pt x="13651" y="29483"/>
                      <a:pt x="13879" y="29496"/>
                    </a:cubicBezTo>
                    <a:lnTo>
                      <a:pt x="13904" y="29045"/>
                    </a:lnTo>
                    <a:cubicBezTo>
                      <a:pt x="13684" y="29032"/>
                      <a:pt x="13461" y="29016"/>
                      <a:pt x="13240" y="289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27"/>
            <p:cNvGrpSpPr/>
            <p:nvPr/>
          </p:nvGrpSpPr>
          <p:grpSpPr>
            <a:xfrm flipH="1">
              <a:off x="-399931" y="3675123"/>
              <a:ext cx="802800" cy="802800"/>
              <a:chOff x="5949025" y="3502375"/>
              <a:chExt cx="358425" cy="358425"/>
            </a:xfrm>
          </p:grpSpPr>
          <p:sp>
            <p:nvSpPr>
              <p:cNvPr id="225" name="Google Shape;225;p27"/>
              <p:cNvSpPr/>
              <p:nvPr/>
            </p:nvSpPr>
            <p:spPr>
              <a:xfrm>
                <a:off x="5949025" y="3502375"/>
                <a:ext cx="358425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7" h="14337" extrusionOk="0">
                    <a:moveTo>
                      <a:pt x="7069" y="0"/>
                    </a:moveTo>
                    <a:lnTo>
                      <a:pt x="7092" y="1693"/>
                    </a:lnTo>
                    <a:lnTo>
                      <a:pt x="7168" y="1693"/>
                    </a:lnTo>
                    <a:cubicBezTo>
                      <a:pt x="10188" y="1693"/>
                      <a:pt x="12643" y="4148"/>
                      <a:pt x="12643" y="7168"/>
                    </a:cubicBezTo>
                    <a:cubicBezTo>
                      <a:pt x="12643" y="10187"/>
                      <a:pt x="10188" y="12643"/>
                      <a:pt x="7168" y="12643"/>
                    </a:cubicBezTo>
                    <a:cubicBezTo>
                      <a:pt x="4150" y="12643"/>
                      <a:pt x="1694" y="10187"/>
                      <a:pt x="1694" y="7168"/>
                    </a:cubicBezTo>
                    <a:cubicBezTo>
                      <a:pt x="1694" y="7142"/>
                      <a:pt x="1694" y="7117"/>
                      <a:pt x="1694" y="7092"/>
                    </a:cubicBezTo>
                    <a:lnTo>
                      <a:pt x="2" y="7069"/>
                    </a:lnTo>
                    <a:cubicBezTo>
                      <a:pt x="2" y="7102"/>
                      <a:pt x="0" y="7135"/>
                      <a:pt x="0" y="7168"/>
                    </a:cubicBezTo>
                    <a:cubicBezTo>
                      <a:pt x="0" y="11120"/>
                      <a:pt x="3217" y="14337"/>
                      <a:pt x="7168" y="14337"/>
                    </a:cubicBezTo>
                    <a:cubicBezTo>
                      <a:pt x="11122" y="14337"/>
                      <a:pt x="14337" y="11120"/>
                      <a:pt x="14337" y="7168"/>
                    </a:cubicBezTo>
                    <a:cubicBezTo>
                      <a:pt x="14337" y="3215"/>
                      <a:pt x="11122" y="0"/>
                      <a:pt x="71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7"/>
              <p:cNvSpPr/>
              <p:nvPr/>
            </p:nvSpPr>
            <p:spPr>
              <a:xfrm>
                <a:off x="6051450" y="3517475"/>
                <a:ext cx="2175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1615" extrusionOk="0">
                    <a:moveTo>
                      <a:pt x="185" y="1"/>
                    </a:moveTo>
                    <a:cubicBezTo>
                      <a:pt x="124" y="29"/>
                      <a:pt x="61" y="57"/>
                      <a:pt x="0" y="85"/>
                    </a:cubicBezTo>
                    <a:lnTo>
                      <a:pt x="726" y="1615"/>
                    </a:lnTo>
                    <a:cubicBezTo>
                      <a:pt x="773" y="1593"/>
                      <a:pt x="821" y="1570"/>
                      <a:pt x="869" y="1550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7"/>
              <p:cNvSpPr/>
              <p:nvPr/>
            </p:nvSpPr>
            <p:spPr>
              <a:xfrm>
                <a:off x="6029175" y="3529425"/>
                <a:ext cx="2675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1522" extrusionOk="0">
                    <a:moveTo>
                      <a:pt x="173" y="0"/>
                    </a:moveTo>
                    <a:cubicBezTo>
                      <a:pt x="115" y="36"/>
                      <a:pt x="59" y="73"/>
                      <a:pt x="1" y="111"/>
                    </a:cubicBezTo>
                    <a:lnTo>
                      <a:pt x="938" y="1522"/>
                    </a:lnTo>
                    <a:cubicBezTo>
                      <a:pt x="980" y="1492"/>
                      <a:pt x="1025" y="1464"/>
                      <a:pt x="1070" y="1437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7"/>
              <p:cNvSpPr/>
              <p:nvPr/>
            </p:nvSpPr>
            <p:spPr>
              <a:xfrm>
                <a:off x="6075275" y="3508900"/>
                <a:ext cx="163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676" extrusionOk="0">
                    <a:moveTo>
                      <a:pt x="199" y="0"/>
                    </a:moveTo>
                    <a:cubicBezTo>
                      <a:pt x="133" y="18"/>
                      <a:pt x="67" y="36"/>
                      <a:pt x="1" y="58"/>
                    </a:cubicBezTo>
                    <a:lnTo>
                      <a:pt x="501" y="1675"/>
                    </a:lnTo>
                    <a:cubicBezTo>
                      <a:pt x="551" y="1659"/>
                      <a:pt x="600" y="1644"/>
                      <a:pt x="651" y="163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7"/>
              <p:cNvSpPr/>
              <p:nvPr/>
            </p:nvSpPr>
            <p:spPr>
              <a:xfrm>
                <a:off x="6100225" y="3503800"/>
                <a:ext cx="10475" cy="42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3" extrusionOk="0">
                    <a:moveTo>
                      <a:pt x="204" y="1"/>
                    </a:moveTo>
                    <a:cubicBezTo>
                      <a:pt x="136" y="11"/>
                      <a:pt x="68" y="21"/>
                      <a:pt x="0" y="31"/>
                    </a:cubicBezTo>
                    <a:lnTo>
                      <a:pt x="263" y="1702"/>
                    </a:lnTo>
                    <a:cubicBezTo>
                      <a:pt x="314" y="1694"/>
                      <a:pt x="367" y="1688"/>
                      <a:pt x="418" y="1681"/>
                    </a:cubicBezTo>
                    <a:lnTo>
                      <a:pt x="2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7"/>
              <p:cNvSpPr/>
              <p:nvPr/>
            </p:nvSpPr>
            <p:spPr>
              <a:xfrm>
                <a:off x="6008950" y="3544450"/>
                <a:ext cx="31150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1399" extrusionOk="0">
                    <a:moveTo>
                      <a:pt x="156" y="0"/>
                    </a:moveTo>
                    <a:cubicBezTo>
                      <a:pt x="103" y="45"/>
                      <a:pt x="52" y="90"/>
                      <a:pt x="0" y="134"/>
                    </a:cubicBezTo>
                    <a:lnTo>
                      <a:pt x="1129" y="1398"/>
                    </a:lnTo>
                    <a:cubicBezTo>
                      <a:pt x="1167" y="1363"/>
                      <a:pt x="1206" y="1329"/>
                      <a:pt x="1246" y="1296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7"/>
              <p:cNvSpPr/>
              <p:nvPr/>
            </p:nvSpPr>
            <p:spPr>
              <a:xfrm>
                <a:off x="5955500" y="3628675"/>
                <a:ext cx="4195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8" h="650" extrusionOk="0">
                    <a:moveTo>
                      <a:pt x="58" y="0"/>
                    </a:moveTo>
                    <a:cubicBezTo>
                      <a:pt x="38" y="66"/>
                      <a:pt x="20" y="131"/>
                      <a:pt x="0" y="197"/>
                    </a:cubicBezTo>
                    <a:lnTo>
                      <a:pt x="1633" y="649"/>
                    </a:lnTo>
                    <a:cubicBezTo>
                      <a:pt x="1646" y="600"/>
                      <a:pt x="1661" y="549"/>
                      <a:pt x="1676" y="499"/>
                    </a:cubicBezTo>
                    <a:lnTo>
                      <a:pt x="1677" y="49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7"/>
              <p:cNvSpPr/>
              <p:nvPr/>
            </p:nvSpPr>
            <p:spPr>
              <a:xfrm>
                <a:off x="5950450" y="3653600"/>
                <a:ext cx="425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419" extrusionOk="0">
                    <a:moveTo>
                      <a:pt x="31" y="1"/>
                    </a:moveTo>
                    <a:cubicBezTo>
                      <a:pt x="19" y="69"/>
                      <a:pt x="11" y="136"/>
                      <a:pt x="1" y="204"/>
                    </a:cubicBezTo>
                    <a:lnTo>
                      <a:pt x="1681" y="419"/>
                    </a:lnTo>
                    <a:cubicBezTo>
                      <a:pt x="1688" y="366"/>
                      <a:pt x="1694" y="315"/>
                      <a:pt x="1703" y="264"/>
                    </a:cubicBez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7"/>
              <p:cNvSpPr/>
              <p:nvPr/>
            </p:nvSpPr>
            <p:spPr>
              <a:xfrm>
                <a:off x="5991150" y="3562300"/>
                <a:ext cx="34950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6" extrusionOk="0">
                    <a:moveTo>
                      <a:pt x="134" y="0"/>
                    </a:moveTo>
                    <a:cubicBezTo>
                      <a:pt x="89" y="50"/>
                      <a:pt x="45" y="103"/>
                      <a:pt x="0" y="154"/>
                    </a:cubicBezTo>
                    <a:lnTo>
                      <a:pt x="1295" y="1246"/>
                    </a:lnTo>
                    <a:cubicBezTo>
                      <a:pt x="1329" y="1205"/>
                      <a:pt x="1363" y="1165"/>
                      <a:pt x="1398" y="1127"/>
                    </a:cubicBez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7"/>
              <p:cNvSpPr/>
              <p:nvPr/>
            </p:nvSpPr>
            <p:spPr>
              <a:xfrm>
                <a:off x="5976100" y="3582500"/>
                <a:ext cx="38025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69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1"/>
                      <a:pt x="1521" y="938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7"/>
              <p:cNvSpPr/>
              <p:nvPr/>
            </p:nvSpPr>
            <p:spPr>
              <a:xfrm>
                <a:off x="5964125" y="3604800"/>
                <a:ext cx="403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70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0" y="869"/>
                    </a:lnTo>
                    <a:cubicBezTo>
                      <a:pt x="1570" y="821"/>
                      <a:pt x="1593" y="773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6" name="Google Shape;236;p27"/>
            <p:cNvSpPr/>
            <p:nvPr/>
          </p:nvSpPr>
          <p:spPr>
            <a:xfrm flipH="1">
              <a:off x="-66620" y="4008422"/>
              <a:ext cx="136200" cy="136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7"/>
            <p:cNvSpPr/>
            <p:nvPr/>
          </p:nvSpPr>
          <p:spPr>
            <a:xfrm flipH="1">
              <a:off x="1192968" y="5070496"/>
              <a:ext cx="96300" cy="960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8" name="Google Shape;238;p27"/>
            <p:cNvCxnSpPr>
              <a:stCxn id="237" idx="7"/>
              <a:endCxn id="236" idx="3"/>
            </p:cNvCxnSpPr>
            <p:nvPr/>
          </p:nvCxnSpPr>
          <p:spPr>
            <a:xfrm rot="10800000">
              <a:off x="49671" y="4124555"/>
              <a:ext cx="1157400" cy="96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27"/>
            <p:cNvCxnSpPr>
              <a:stCxn id="236" idx="4"/>
            </p:cNvCxnSpPr>
            <p:nvPr/>
          </p:nvCxnSpPr>
          <p:spPr>
            <a:xfrm flipH="1">
              <a:off x="-478220" y="4144622"/>
              <a:ext cx="479700" cy="1977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27"/>
            <p:cNvCxnSpPr>
              <a:stCxn id="237" idx="4"/>
            </p:cNvCxnSpPr>
            <p:nvPr/>
          </p:nvCxnSpPr>
          <p:spPr>
            <a:xfrm flipH="1">
              <a:off x="999318" y="5166496"/>
              <a:ext cx="241800" cy="917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7"/>
            <p:cNvCxnSpPr>
              <a:stCxn id="236" idx="6"/>
            </p:cNvCxnSpPr>
            <p:nvPr/>
          </p:nvCxnSpPr>
          <p:spPr>
            <a:xfrm rot="10800000">
              <a:off x="-822020" y="4076522"/>
              <a:ext cx="7554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84200"/>
            <a:ext cx="7713900" cy="3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8" r:id="rId3"/>
    <p:sldLayoutId id="2147483668" r:id="rId4"/>
    <p:sldLayoutId id="2147483672" r:id="rId5"/>
    <p:sldLayoutId id="214748367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Google Shape;644;p38"/>
          <p:cNvGrpSpPr/>
          <p:nvPr/>
        </p:nvGrpSpPr>
        <p:grpSpPr>
          <a:xfrm>
            <a:off x="6503368" y="-65052"/>
            <a:ext cx="3021757" cy="2666049"/>
            <a:chOff x="6503368" y="-65052"/>
            <a:chExt cx="3021757" cy="2666049"/>
          </a:xfrm>
        </p:grpSpPr>
        <p:grpSp>
          <p:nvGrpSpPr>
            <p:cNvPr id="645" name="Google Shape;645;p38"/>
            <p:cNvGrpSpPr/>
            <p:nvPr/>
          </p:nvGrpSpPr>
          <p:grpSpPr>
            <a:xfrm>
              <a:off x="6503368" y="280516"/>
              <a:ext cx="802799" cy="802799"/>
              <a:chOff x="353675" y="3417700"/>
              <a:chExt cx="527775" cy="527775"/>
            </a:xfrm>
          </p:grpSpPr>
          <p:sp>
            <p:nvSpPr>
              <p:cNvPr id="646" name="Google Shape;646;p38"/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8"/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8"/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8"/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8"/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8"/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8"/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8"/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8"/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8"/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8"/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8"/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8"/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8"/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8"/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8"/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8"/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8"/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8"/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8"/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8"/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8"/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8"/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8"/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8"/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8"/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8"/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8"/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8"/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8"/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8"/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3" name="Google Shape;693;p38"/>
            <p:cNvSpPr/>
            <p:nvPr/>
          </p:nvSpPr>
          <p:spPr>
            <a:xfrm>
              <a:off x="6836669" y="614002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8"/>
            <p:cNvSpPr/>
            <p:nvPr/>
          </p:nvSpPr>
          <p:spPr>
            <a:xfrm>
              <a:off x="8148125" y="1654153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5" name="Google Shape;695;p38"/>
            <p:cNvGrpSpPr/>
            <p:nvPr/>
          </p:nvGrpSpPr>
          <p:grpSpPr>
            <a:xfrm rot="-767906">
              <a:off x="7434697" y="940340"/>
              <a:ext cx="1511972" cy="1511972"/>
              <a:chOff x="4529425" y="1609825"/>
              <a:chExt cx="913625" cy="913625"/>
            </a:xfrm>
          </p:grpSpPr>
          <p:sp>
            <p:nvSpPr>
              <p:cNvPr id="696" name="Google Shape;696;p38"/>
              <p:cNvSpPr/>
              <p:nvPr/>
            </p:nvSpPr>
            <p:spPr>
              <a:xfrm>
                <a:off x="4529425" y="1609825"/>
                <a:ext cx="913625" cy="913625"/>
              </a:xfrm>
              <a:custGeom>
                <a:avLst/>
                <a:gdLst/>
                <a:ahLst/>
                <a:cxnLst/>
                <a:rect l="l" t="t" r="r" b="b"/>
                <a:pathLst>
                  <a:path w="36545" h="36545" extrusionOk="0">
                    <a:moveTo>
                      <a:pt x="18246" y="1"/>
                    </a:moveTo>
                    <a:lnTo>
                      <a:pt x="18246" y="377"/>
                    </a:lnTo>
                    <a:lnTo>
                      <a:pt x="18273" y="377"/>
                    </a:lnTo>
                    <a:cubicBezTo>
                      <a:pt x="18451" y="377"/>
                      <a:pt x="18629" y="381"/>
                      <a:pt x="18808" y="386"/>
                    </a:cubicBezTo>
                    <a:lnTo>
                      <a:pt x="18819" y="7"/>
                    </a:lnTo>
                    <a:cubicBezTo>
                      <a:pt x="18638" y="2"/>
                      <a:pt x="18456" y="1"/>
                      <a:pt x="18273" y="1"/>
                    </a:cubicBezTo>
                    <a:close/>
                    <a:moveTo>
                      <a:pt x="15956" y="146"/>
                    </a:moveTo>
                    <a:cubicBezTo>
                      <a:pt x="15766" y="169"/>
                      <a:pt x="15576" y="197"/>
                      <a:pt x="15388" y="227"/>
                    </a:cubicBezTo>
                    <a:lnTo>
                      <a:pt x="15447" y="600"/>
                    </a:lnTo>
                    <a:lnTo>
                      <a:pt x="15447" y="599"/>
                    </a:lnTo>
                    <a:cubicBezTo>
                      <a:pt x="15633" y="571"/>
                      <a:pt x="15818" y="544"/>
                      <a:pt x="16004" y="519"/>
                    </a:cubicBezTo>
                    <a:lnTo>
                      <a:pt x="15956" y="146"/>
                    </a:lnTo>
                    <a:close/>
                    <a:moveTo>
                      <a:pt x="21103" y="219"/>
                    </a:moveTo>
                    <a:lnTo>
                      <a:pt x="21045" y="592"/>
                    </a:lnTo>
                    <a:cubicBezTo>
                      <a:pt x="21231" y="620"/>
                      <a:pt x="21414" y="651"/>
                      <a:pt x="21598" y="686"/>
                    </a:cubicBezTo>
                    <a:lnTo>
                      <a:pt x="21598" y="686"/>
                    </a:lnTo>
                    <a:lnTo>
                      <a:pt x="21669" y="316"/>
                    </a:lnTo>
                    <a:cubicBezTo>
                      <a:pt x="21481" y="280"/>
                      <a:pt x="21293" y="248"/>
                      <a:pt x="21103" y="219"/>
                    </a:cubicBezTo>
                    <a:close/>
                    <a:moveTo>
                      <a:pt x="21598" y="686"/>
                    </a:moveTo>
                    <a:lnTo>
                      <a:pt x="21598" y="686"/>
                    </a:lnTo>
                    <a:lnTo>
                      <a:pt x="21600" y="686"/>
                    </a:lnTo>
                    <a:cubicBezTo>
                      <a:pt x="21599" y="686"/>
                      <a:pt x="21599" y="686"/>
                      <a:pt x="21598" y="686"/>
                    </a:cubicBezTo>
                    <a:close/>
                    <a:moveTo>
                      <a:pt x="13149" y="727"/>
                    </a:moveTo>
                    <a:cubicBezTo>
                      <a:pt x="12966" y="782"/>
                      <a:pt x="12783" y="838"/>
                      <a:pt x="12601" y="898"/>
                    </a:cubicBezTo>
                    <a:lnTo>
                      <a:pt x="12718" y="1256"/>
                    </a:lnTo>
                    <a:cubicBezTo>
                      <a:pt x="12897" y="1198"/>
                      <a:pt x="13075" y="1144"/>
                      <a:pt x="13255" y="1091"/>
                    </a:cubicBezTo>
                    <a:lnTo>
                      <a:pt x="13149" y="727"/>
                    </a:lnTo>
                    <a:close/>
                    <a:moveTo>
                      <a:pt x="23893" y="881"/>
                    </a:moveTo>
                    <a:lnTo>
                      <a:pt x="23776" y="1240"/>
                    </a:lnTo>
                    <a:cubicBezTo>
                      <a:pt x="23956" y="1297"/>
                      <a:pt x="24132" y="1359"/>
                      <a:pt x="24309" y="1421"/>
                    </a:cubicBezTo>
                    <a:lnTo>
                      <a:pt x="24309" y="1423"/>
                    </a:lnTo>
                    <a:lnTo>
                      <a:pt x="24438" y="1066"/>
                    </a:lnTo>
                    <a:cubicBezTo>
                      <a:pt x="24256" y="1002"/>
                      <a:pt x="24075" y="941"/>
                      <a:pt x="23893" y="881"/>
                    </a:cubicBezTo>
                    <a:close/>
                    <a:moveTo>
                      <a:pt x="10470" y="1745"/>
                    </a:moveTo>
                    <a:cubicBezTo>
                      <a:pt x="10296" y="1828"/>
                      <a:pt x="10124" y="1912"/>
                      <a:pt x="9956" y="1998"/>
                    </a:cubicBezTo>
                    <a:lnTo>
                      <a:pt x="10128" y="2335"/>
                    </a:lnTo>
                    <a:cubicBezTo>
                      <a:pt x="10295" y="2249"/>
                      <a:pt x="10462" y="2166"/>
                      <a:pt x="10632" y="2087"/>
                    </a:cubicBezTo>
                    <a:lnTo>
                      <a:pt x="10470" y="1745"/>
                    </a:lnTo>
                    <a:close/>
                    <a:moveTo>
                      <a:pt x="26544" y="1976"/>
                    </a:moveTo>
                    <a:lnTo>
                      <a:pt x="26373" y="2312"/>
                    </a:lnTo>
                    <a:cubicBezTo>
                      <a:pt x="26541" y="2398"/>
                      <a:pt x="26706" y="2485"/>
                      <a:pt x="26872" y="2576"/>
                    </a:cubicBezTo>
                    <a:lnTo>
                      <a:pt x="27053" y="2244"/>
                    </a:lnTo>
                    <a:cubicBezTo>
                      <a:pt x="26885" y="2153"/>
                      <a:pt x="26716" y="2062"/>
                      <a:pt x="26544" y="1976"/>
                    </a:cubicBezTo>
                    <a:close/>
                    <a:moveTo>
                      <a:pt x="7985" y="3169"/>
                    </a:moveTo>
                    <a:cubicBezTo>
                      <a:pt x="7826" y="3278"/>
                      <a:pt x="7669" y="3387"/>
                      <a:pt x="7516" y="3500"/>
                    </a:cubicBezTo>
                    <a:lnTo>
                      <a:pt x="7739" y="3805"/>
                    </a:lnTo>
                    <a:cubicBezTo>
                      <a:pt x="7889" y="3695"/>
                      <a:pt x="8043" y="3587"/>
                      <a:pt x="8197" y="3481"/>
                    </a:cubicBezTo>
                    <a:lnTo>
                      <a:pt x="7985" y="3169"/>
                    </a:lnTo>
                    <a:close/>
                    <a:moveTo>
                      <a:pt x="28991" y="3473"/>
                    </a:moveTo>
                    <a:lnTo>
                      <a:pt x="28770" y="3779"/>
                    </a:lnTo>
                    <a:cubicBezTo>
                      <a:pt x="28922" y="3890"/>
                      <a:pt x="29072" y="4002"/>
                      <a:pt x="29219" y="4116"/>
                    </a:cubicBezTo>
                    <a:lnTo>
                      <a:pt x="29450" y="3819"/>
                    </a:lnTo>
                    <a:cubicBezTo>
                      <a:pt x="29300" y="3701"/>
                      <a:pt x="29147" y="3586"/>
                      <a:pt x="28991" y="3473"/>
                    </a:cubicBezTo>
                    <a:close/>
                    <a:moveTo>
                      <a:pt x="5751" y="4965"/>
                    </a:moveTo>
                    <a:cubicBezTo>
                      <a:pt x="5611" y="5096"/>
                      <a:pt x="5474" y="5229"/>
                      <a:pt x="5340" y="5365"/>
                    </a:cubicBezTo>
                    <a:lnTo>
                      <a:pt x="5607" y="5632"/>
                    </a:lnTo>
                    <a:lnTo>
                      <a:pt x="5607" y="5632"/>
                    </a:lnTo>
                    <a:cubicBezTo>
                      <a:pt x="5740" y="5498"/>
                      <a:pt x="5874" y="5368"/>
                      <a:pt x="6009" y="5239"/>
                    </a:cubicBezTo>
                    <a:lnTo>
                      <a:pt x="5751" y="4965"/>
                    </a:lnTo>
                    <a:close/>
                    <a:moveTo>
                      <a:pt x="5607" y="5632"/>
                    </a:moveTo>
                    <a:lnTo>
                      <a:pt x="5607" y="5632"/>
                    </a:lnTo>
                    <a:cubicBezTo>
                      <a:pt x="5607" y="5632"/>
                      <a:pt x="5606" y="5632"/>
                      <a:pt x="5606" y="5633"/>
                    </a:cubicBezTo>
                    <a:lnTo>
                      <a:pt x="5608" y="5633"/>
                    </a:lnTo>
                    <a:lnTo>
                      <a:pt x="5607" y="5632"/>
                    </a:lnTo>
                    <a:close/>
                    <a:moveTo>
                      <a:pt x="31174" y="5333"/>
                    </a:moveTo>
                    <a:lnTo>
                      <a:pt x="30908" y="5601"/>
                    </a:lnTo>
                    <a:cubicBezTo>
                      <a:pt x="31040" y="5733"/>
                      <a:pt x="31170" y="5867"/>
                      <a:pt x="31299" y="6003"/>
                    </a:cubicBezTo>
                    <a:lnTo>
                      <a:pt x="31573" y="5745"/>
                    </a:lnTo>
                    <a:cubicBezTo>
                      <a:pt x="31443" y="5604"/>
                      <a:pt x="31309" y="5467"/>
                      <a:pt x="31174" y="5333"/>
                    </a:cubicBezTo>
                    <a:close/>
                    <a:moveTo>
                      <a:pt x="3823" y="7086"/>
                    </a:moveTo>
                    <a:cubicBezTo>
                      <a:pt x="3706" y="7238"/>
                      <a:pt x="3591" y="7390"/>
                      <a:pt x="3478" y="7546"/>
                    </a:cubicBezTo>
                    <a:lnTo>
                      <a:pt x="3784" y="7769"/>
                    </a:lnTo>
                    <a:cubicBezTo>
                      <a:pt x="3895" y="7617"/>
                      <a:pt x="4007" y="7466"/>
                      <a:pt x="4122" y="7318"/>
                    </a:cubicBezTo>
                    <a:lnTo>
                      <a:pt x="3823" y="7086"/>
                    </a:lnTo>
                    <a:close/>
                    <a:moveTo>
                      <a:pt x="33039" y="7509"/>
                    </a:moveTo>
                    <a:lnTo>
                      <a:pt x="32735" y="7732"/>
                    </a:lnTo>
                    <a:cubicBezTo>
                      <a:pt x="32844" y="7883"/>
                      <a:pt x="32953" y="8035"/>
                      <a:pt x="33059" y="8190"/>
                    </a:cubicBezTo>
                    <a:lnTo>
                      <a:pt x="33369" y="7977"/>
                    </a:lnTo>
                    <a:cubicBezTo>
                      <a:pt x="33262" y="7820"/>
                      <a:pt x="33153" y="7663"/>
                      <a:pt x="33039" y="7509"/>
                    </a:cubicBezTo>
                    <a:close/>
                    <a:moveTo>
                      <a:pt x="2249" y="9483"/>
                    </a:moveTo>
                    <a:cubicBezTo>
                      <a:pt x="2157" y="9652"/>
                      <a:pt x="2067" y="9821"/>
                      <a:pt x="1980" y="9992"/>
                    </a:cubicBezTo>
                    <a:lnTo>
                      <a:pt x="2317" y="10162"/>
                    </a:lnTo>
                    <a:cubicBezTo>
                      <a:pt x="2403" y="9996"/>
                      <a:pt x="2490" y="9830"/>
                      <a:pt x="2581" y="9665"/>
                    </a:cubicBezTo>
                    <a:lnTo>
                      <a:pt x="2249" y="9483"/>
                    </a:lnTo>
                    <a:close/>
                    <a:moveTo>
                      <a:pt x="34542" y="9948"/>
                    </a:moveTo>
                    <a:lnTo>
                      <a:pt x="34205" y="10120"/>
                    </a:lnTo>
                    <a:cubicBezTo>
                      <a:pt x="34291" y="10286"/>
                      <a:pt x="34374" y="10453"/>
                      <a:pt x="34453" y="10623"/>
                    </a:cubicBezTo>
                    <a:lnTo>
                      <a:pt x="34795" y="10462"/>
                    </a:lnTo>
                    <a:cubicBezTo>
                      <a:pt x="34714" y="10288"/>
                      <a:pt x="34630" y="10118"/>
                      <a:pt x="34542" y="9948"/>
                    </a:cubicBezTo>
                    <a:close/>
                    <a:moveTo>
                      <a:pt x="1069" y="12099"/>
                    </a:moveTo>
                    <a:cubicBezTo>
                      <a:pt x="1005" y="12279"/>
                      <a:pt x="942" y="12461"/>
                      <a:pt x="884" y="12644"/>
                    </a:cubicBezTo>
                    <a:lnTo>
                      <a:pt x="1243" y="12760"/>
                    </a:lnTo>
                    <a:cubicBezTo>
                      <a:pt x="1301" y="12581"/>
                      <a:pt x="1362" y="12403"/>
                      <a:pt x="1425" y="12226"/>
                    </a:cubicBezTo>
                    <a:lnTo>
                      <a:pt x="1069" y="12099"/>
                    </a:lnTo>
                    <a:close/>
                    <a:moveTo>
                      <a:pt x="35644" y="12593"/>
                    </a:moveTo>
                    <a:lnTo>
                      <a:pt x="35286" y="12710"/>
                    </a:lnTo>
                    <a:cubicBezTo>
                      <a:pt x="35343" y="12887"/>
                      <a:pt x="35398" y="13067"/>
                      <a:pt x="35451" y="13247"/>
                    </a:cubicBezTo>
                    <a:lnTo>
                      <a:pt x="35814" y="13141"/>
                    </a:lnTo>
                    <a:cubicBezTo>
                      <a:pt x="35760" y="12956"/>
                      <a:pt x="35704" y="12774"/>
                      <a:pt x="35644" y="12593"/>
                    </a:cubicBezTo>
                    <a:close/>
                    <a:moveTo>
                      <a:pt x="318" y="14868"/>
                    </a:moveTo>
                    <a:cubicBezTo>
                      <a:pt x="281" y="15054"/>
                      <a:pt x="248" y="15243"/>
                      <a:pt x="220" y="15433"/>
                    </a:cubicBezTo>
                    <a:lnTo>
                      <a:pt x="594" y="15490"/>
                    </a:lnTo>
                    <a:cubicBezTo>
                      <a:pt x="622" y="15305"/>
                      <a:pt x="653" y="15120"/>
                      <a:pt x="688" y="14937"/>
                    </a:cubicBezTo>
                    <a:lnTo>
                      <a:pt x="318" y="14868"/>
                    </a:lnTo>
                    <a:close/>
                    <a:moveTo>
                      <a:pt x="36317" y="15380"/>
                    </a:moveTo>
                    <a:lnTo>
                      <a:pt x="35943" y="15439"/>
                    </a:lnTo>
                    <a:cubicBezTo>
                      <a:pt x="35973" y="15623"/>
                      <a:pt x="35999" y="15809"/>
                      <a:pt x="36022" y="15994"/>
                    </a:cubicBezTo>
                    <a:lnTo>
                      <a:pt x="36397" y="15946"/>
                    </a:lnTo>
                    <a:cubicBezTo>
                      <a:pt x="36374" y="15756"/>
                      <a:pt x="36346" y="15568"/>
                      <a:pt x="36317" y="15380"/>
                    </a:cubicBezTo>
                    <a:close/>
                    <a:moveTo>
                      <a:pt x="9" y="17716"/>
                    </a:moveTo>
                    <a:cubicBezTo>
                      <a:pt x="2" y="17901"/>
                      <a:pt x="1" y="18086"/>
                      <a:pt x="1" y="18273"/>
                    </a:cubicBezTo>
                    <a:lnTo>
                      <a:pt x="1" y="18291"/>
                    </a:lnTo>
                    <a:lnTo>
                      <a:pt x="379" y="18273"/>
                    </a:lnTo>
                    <a:cubicBezTo>
                      <a:pt x="379" y="18091"/>
                      <a:pt x="381" y="17909"/>
                      <a:pt x="385" y="17727"/>
                    </a:cubicBezTo>
                    <a:lnTo>
                      <a:pt x="9" y="17716"/>
                    </a:lnTo>
                    <a:close/>
                    <a:moveTo>
                      <a:pt x="36166" y="18236"/>
                    </a:moveTo>
                    <a:lnTo>
                      <a:pt x="36166" y="18273"/>
                    </a:lnTo>
                    <a:cubicBezTo>
                      <a:pt x="36166" y="18461"/>
                      <a:pt x="36163" y="18648"/>
                      <a:pt x="36158" y="18834"/>
                    </a:cubicBezTo>
                    <a:lnTo>
                      <a:pt x="36536" y="18846"/>
                    </a:lnTo>
                    <a:cubicBezTo>
                      <a:pt x="36541" y="18656"/>
                      <a:pt x="36545" y="18464"/>
                      <a:pt x="36545" y="18271"/>
                    </a:cubicBezTo>
                    <a:lnTo>
                      <a:pt x="36545" y="18236"/>
                    </a:lnTo>
                    <a:close/>
                    <a:moveTo>
                      <a:pt x="519" y="20533"/>
                    </a:moveTo>
                    <a:lnTo>
                      <a:pt x="144" y="20579"/>
                    </a:lnTo>
                    <a:cubicBezTo>
                      <a:pt x="169" y="20770"/>
                      <a:pt x="195" y="20959"/>
                      <a:pt x="225" y="21147"/>
                    </a:cubicBezTo>
                    <a:lnTo>
                      <a:pt x="599" y="21089"/>
                    </a:lnTo>
                    <a:cubicBezTo>
                      <a:pt x="569" y="20904"/>
                      <a:pt x="542" y="20718"/>
                      <a:pt x="519" y="20533"/>
                    </a:cubicBezTo>
                    <a:close/>
                    <a:moveTo>
                      <a:pt x="35950" y="21071"/>
                    </a:moveTo>
                    <a:cubicBezTo>
                      <a:pt x="35920" y="21256"/>
                      <a:pt x="35889" y="21441"/>
                      <a:pt x="35852" y="21625"/>
                    </a:cubicBezTo>
                    <a:lnTo>
                      <a:pt x="36224" y="21696"/>
                    </a:lnTo>
                    <a:cubicBezTo>
                      <a:pt x="36260" y="21507"/>
                      <a:pt x="36292" y="21319"/>
                      <a:pt x="36321" y="21129"/>
                    </a:cubicBezTo>
                    <a:lnTo>
                      <a:pt x="35950" y="21071"/>
                    </a:lnTo>
                    <a:close/>
                    <a:moveTo>
                      <a:pt x="1089" y="23282"/>
                    </a:moveTo>
                    <a:lnTo>
                      <a:pt x="726" y="23386"/>
                    </a:lnTo>
                    <a:cubicBezTo>
                      <a:pt x="779" y="23571"/>
                      <a:pt x="837" y="23754"/>
                      <a:pt x="894" y="23934"/>
                    </a:cubicBezTo>
                    <a:lnTo>
                      <a:pt x="1254" y="23819"/>
                    </a:lnTo>
                    <a:cubicBezTo>
                      <a:pt x="1197" y="23640"/>
                      <a:pt x="1140" y="23462"/>
                      <a:pt x="1089" y="23282"/>
                    </a:cubicBezTo>
                    <a:close/>
                    <a:moveTo>
                      <a:pt x="35296" y="23800"/>
                    </a:moveTo>
                    <a:cubicBezTo>
                      <a:pt x="35238" y="23980"/>
                      <a:pt x="35177" y="24159"/>
                      <a:pt x="35114" y="24336"/>
                    </a:cubicBezTo>
                    <a:lnTo>
                      <a:pt x="35469" y="24463"/>
                    </a:lnTo>
                    <a:cubicBezTo>
                      <a:pt x="35533" y="24283"/>
                      <a:pt x="35596" y="24101"/>
                      <a:pt x="35656" y="23918"/>
                    </a:cubicBezTo>
                    <a:lnTo>
                      <a:pt x="35296" y="23800"/>
                    </a:lnTo>
                    <a:close/>
                    <a:moveTo>
                      <a:pt x="2084" y="25905"/>
                    </a:moveTo>
                    <a:lnTo>
                      <a:pt x="1742" y="26067"/>
                    </a:lnTo>
                    <a:cubicBezTo>
                      <a:pt x="1823" y="26241"/>
                      <a:pt x="1907" y="26411"/>
                      <a:pt x="1995" y="26581"/>
                    </a:cubicBezTo>
                    <a:lnTo>
                      <a:pt x="2332" y="26409"/>
                    </a:lnTo>
                    <a:cubicBezTo>
                      <a:pt x="2246" y="26242"/>
                      <a:pt x="2163" y="26075"/>
                      <a:pt x="2084" y="25905"/>
                    </a:cubicBezTo>
                    <a:close/>
                    <a:moveTo>
                      <a:pt x="34220" y="26397"/>
                    </a:moveTo>
                    <a:cubicBezTo>
                      <a:pt x="34134" y="26564"/>
                      <a:pt x="34047" y="26730"/>
                      <a:pt x="33956" y="26895"/>
                    </a:cubicBezTo>
                    <a:lnTo>
                      <a:pt x="34288" y="27076"/>
                    </a:lnTo>
                    <a:cubicBezTo>
                      <a:pt x="34380" y="26910"/>
                      <a:pt x="34470" y="26739"/>
                      <a:pt x="34557" y="26569"/>
                    </a:cubicBezTo>
                    <a:lnTo>
                      <a:pt x="34220" y="26397"/>
                    </a:lnTo>
                    <a:close/>
                    <a:moveTo>
                      <a:pt x="3477" y="28340"/>
                    </a:moveTo>
                    <a:lnTo>
                      <a:pt x="3164" y="28553"/>
                    </a:lnTo>
                    <a:cubicBezTo>
                      <a:pt x="3272" y="28710"/>
                      <a:pt x="3382" y="28867"/>
                      <a:pt x="3495" y="29021"/>
                    </a:cubicBezTo>
                    <a:lnTo>
                      <a:pt x="3800" y="28800"/>
                    </a:lnTo>
                    <a:cubicBezTo>
                      <a:pt x="3690" y="28648"/>
                      <a:pt x="3582" y="28494"/>
                      <a:pt x="3477" y="28340"/>
                    </a:cubicBezTo>
                    <a:close/>
                    <a:moveTo>
                      <a:pt x="32750" y="28791"/>
                    </a:moveTo>
                    <a:cubicBezTo>
                      <a:pt x="32639" y="28943"/>
                      <a:pt x="32527" y="29092"/>
                      <a:pt x="32413" y="29241"/>
                    </a:cubicBezTo>
                    <a:lnTo>
                      <a:pt x="32710" y="29472"/>
                    </a:lnTo>
                    <a:cubicBezTo>
                      <a:pt x="32827" y="29322"/>
                      <a:pt x="32943" y="29168"/>
                      <a:pt x="33055" y="29013"/>
                    </a:cubicBezTo>
                    <a:lnTo>
                      <a:pt x="32750" y="28791"/>
                    </a:lnTo>
                    <a:close/>
                    <a:moveTo>
                      <a:pt x="5234" y="30528"/>
                    </a:moveTo>
                    <a:lnTo>
                      <a:pt x="4958" y="30787"/>
                    </a:lnTo>
                    <a:cubicBezTo>
                      <a:pt x="5091" y="30926"/>
                      <a:pt x="5223" y="31065"/>
                      <a:pt x="5358" y="31198"/>
                    </a:cubicBezTo>
                    <a:lnTo>
                      <a:pt x="5626" y="30931"/>
                    </a:lnTo>
                    <a:cubicBezTo>
                      <a:pt x="5494" y="30799"/>
                      <a:pt x="5363" y="30665"/>
                      <a:pt x="5234" y="30528"/>
                    </a:cubicBezTo>
                    <a:close/>
                    <a:moveTo>
                      <a:pt x="30926" y="30926"/>
                    </a:moveTo>
                    <a:cubicBezTo>
                      <a:pt x="30794" y="31058"/>
                      <a:pt x="30658" y="31188"/>
                      <a:pt x="30523" y="31316"/>
                    </a:cubicBezTo>
                    <a:lnTo>
                      <a:pt x="30780" y="31592"/>
                    </a:lnTo>
                    <a:cubicBezTo>
                      <a:pt x="30921" y="31461"/>
                      <a:pt x="31058" y="31327"/>
                      <a:pt x="31193" y="31192"/>
                    </a:cubicBezTo>
                    <a:lnTo>
                      <a:pt x="30926" y="30926"/>
                    </a:lnTo>
                    <a:close/>
                    <a:moveTo>
                      <a:pt x="7311" y="32418"/>
                    </a:moveTo>
                    <a:lnTo>
                      <a:pt x="7080" y="32715"/>
                    </a:lnTo>
                    <a:cubicBezTo>
                      <a:pt x="7230" y="32834"/>
                      <a:pt x="7384" y="32948"/>
                      <a:pt x="7539" y="33060"/>
                    </a:cubicBezTo>
                    <a:lnTo>
                      <a:pt x="7760" y="32755"/>
                    </a:lnTo>
                    <a:cubicBezTo>
                      <a:pt x="7608" y="32644"/>
                      <a:pt x="7460" y="32532"/>
                      <a:pt x="7311" y="32418"/>
                    </a:cubicBezTo>
                    <a:close/>
                    <a:moveTo>
                      <a:pt x="28791" y="32750"/>
                    </a:moveTo>
                    <a:cubicBezTo>
                      <a:pt x="28641" y="32859"/>
                      <a:pt x="28487" y="32968"/>
                      <a:pt x="28332" y="33073"/>
                    </a:cubicBezTo>
                    <a:lnTo>
                      <a:pt x="28545" y="33384"/>
                    </a:lnTo>
                    <a:cubicBezTo>
                      <a:pt x="28704" y="33277"/>
                      <a:pt x="28861" y="33168"/>
                      <a:pt x="29014" y="33055"/>
                    </a:cubicBezTo>
                    <a:lnTo>
                      <a:pt x="28791" y="32750"/>
                    </a:lnTo>
                    <a:close/>
                    <a:moveTo>
                      <a:pt x="9659" y="33961"/>
                    </a:moveTo>
                    <a:lnTo>
                      <a:pt x="9475" y="34291"/>
                    </a:lnTo>
                    <a:cubicBezTo>
                      <a:pt x="9644" y="34384"/>
                      <a:pt x="9812" y="34473"/>
                      <a:pt x="9984" y="34560"/>
                    </a:cubicBezTo>
                    <a:lnTo>
                      <a:pt x="10156" y="34223"/>
                    </a:lnTo>
                    <a:cubicBezTo>
                      <a:pt x="9987" y="34139"/>
                      <a:pt x="9822" y="34052"/>
                      <a:pt x="9659" y="33961"/>
                    </a:cubicBezTo>
                    <a:close/>
                    <a:moveTo>
                      <a:pt x="26401" y="34218"/>
                    </a:moveTo>
                    <a:cubicBezTo>
                      <a:pt x="26236" y="34303"/>
                      <a:pt x="26067" y="34385"/>
                      <a:pt x="25899" y="34465"/>
                    </a:cubicBezTo>
                    <a:lnTo>
                      <a:pt x="26059" y="34807"/>
                    </a:lnTo>
                    <a:cubicBezTo>
                      <a:pt x="26232" y="34726"/>
                      <a:pt x="26404" y="34641"/>
                      <a:pt x="26573" y="34554"/>
                    </a:cubicBezTo>
                    <a:lnTo>
                      <a:pt x="26401" y="34218"/>
                    </a:lnTo>
                    <a:close/>
                    <a:moveTo>
                      <a:pt x="12219" y="35117"/>
                    </a:moveTo>
                    <a:lnTo>
                      <a:pt x="12090" y="35472"/>
                    </a:lnTo>
                    <a:cubicBezTo>
                      <a:pt x="12271" y="35537"/>
                      <a:pt x="12452" y="35600"/>
                      <a:pt x="12636" y="35659"/>
                    </a:cubicBezTo>
                    <a:lnTo>
                      <a:pt x="12753" y="35299"/>
                    </a:lnTo>
                    <a:cubicBezTo>
                      <a:pt x="12573" y="35241"/>
                      <a:pt x="12396" y="35180"/>
                      <a:pt x="12219" y="35117"/>
                    </a:cubicBezTo>
                    <a:close/>
                    <a:moveTo>
                      <a:pt x="23810" y="35294"/>
                    </a:moveTo>
                    <a:cubicBezTo>
                      <a:pt x="23632" y="35352"/>
                      <a:pt x="23453" y="35406"/>
                      <a:pt x="23273" y="35459"/>
                    </a:cubicBezTo>
                    <a:lnTo>
                      <a:pt x="23377" y="35823"/>
                    </a:lnTo>
                    <a:lnTo>
                      <a:pt x="23377" y="35821"/>
                    </a:lnTo>
                    <a:cubicBezTo>
                      <a:pt x="23562" y="35768"/>
                      <a:pt x="23744" y="35712"/>
                      <a:pt x="23926" y="35652"/>
                    </a:cubicBezTo>
                    <a:lnTo>
                      <a:pt x="23810" y="35294"/>
                    </a:lnTo>
                    <a:close/>
                    <a:moveTo>
                      <a:pt x="14929" y="35854"/>
                    </a:moveTo>
                    <a:lnTo>
                      <a:pt x="14859" y="36226"/>
                    </a:lnTo>
                    <a:cubicBezTo>
                      <a:pt x="15046" y="36262"/>
                      <a:pt x="15234" y="36293"/>
                      <a:pt x="15424" y="36323"/>
                    </a:cubicBezTo>
                    <a:lnTo>
                      <a:pt x="15482" y="35950"/>
                    </a:lnTo>
                    <a:cubicBezTo>
                      <a:pt x="15297" y="35922"/>
                      <a:pt x="15112" y="35889"/>
                      <a:pt x="14929" y="35854"/>
                    </a:cubicBezTo>
                    <a:close/>
                    <a:moveTo>
                      <a:pt x="21079" y="35948"/>
                    </a:moveTo>
                    <a:cubicBezTo>
                      <a:pt x="20896" y="35976"/>
                      <a:pt x="20709" y="36003"/>
                      <a:pt x="20523" y="36026"/>
                    </a:cubicBezTo>
                    <a:lnTo>
                      <a:pt x="20571" y="36401"/>
                    </a:lnTo>
                    <a:lnTo>
                      <a:pt x="20571" y="36402"/>
                    </a:lnTo>
                    <a:cubicBezTo>
                      <a:pt x="20761" y="36378"/>
                      <a:pt x="20951" y="36351"/>
                      <a:pt x="21139" y="36321"/>
                    </a:cubicBezTo>
                    <a:lnTo>
                      <a:pt x="21079" y="35948"/>
                    </a:lnTo>
                    <a:close/>
                    <a:moveTo>
                      <a:pt x="17719" y="36158"/>
                    </a:moveTo>
                    <a:lnTo>
                      <a:pt x="17708" y="36536"/>
                    </a:lnTo>
                    <a:cubicBezTo>
                      <a:pt x="17889" y="36541"/>
                      <a:pt x="18073" y="36545"/>
                      <a:pt x="18261" y="36545"/>
                    </a:cubicBezTo>
                    <a:lnTo>
                      <a:pt x="18279" y="36545"/>
                    </a:lnTo>
                    <a:lnTo>
                      <a:pt x="18281" y="36493"/>
                    </a:lnTo>
                    <a:lnTo>
                      <a:pt x="18273" y="36166"/>
                    </a:lnTo>
                    <a:cubicBezTo>
                      <a:pt x="18088" y="36166"/>
                      <a:pt x="17902" y="36165"/>
                      <a:pt x="17719" y="361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8"/>
              <p:cNvSpPr/>
              <p:nvPr/>
            </p:nvSpPr>
            <p:spPr>
              <a:xfrm>
                <a:off x="4685875" y="1766275"/>
                <a:ext cx="600725" cy="600725"/>
              </a:xfrm>
              <a:custGeom>
                <a:avLst/>
                <a:gdLst/>
                <a:ahLst/>
                <a:cxnLst/>
                <a:rect l="l" t="t" r="r" b="b"/>
                <a:pathLst>
                  <a:path w="24029" h="24029" extrusionOk="0">
                    <a:moveTo>
                      <a:pt x="11985" y="1"/>
                    </a:moveTo>
                    <a:lnTo>
                      <a:pt x="11985" y="377"/>
                    </a:lnTo>
                    <a:lnTo>
                      <a:pt x="12015" y="377"/>
                    </a:lnTo>
                    <a:cubicBezTo>
                      <a:pt x="12492" y="377"/>
                      <a:pt x="12973" y="407"/>
                      <a:pt x="13444" y="465"/>
                    </a:cubicBezTo>
                    <a:lnTo>
                      <a:pt x="13488" y="90"/>
                    </a:lnTo>
                    <a:cubicBezTo>
                      <a:pt x="13004" y="30"/>
                      <a:pt x="12509" y="1"/>
                      <a:pt x="12013" y="1"/>
                    </a:cubicBezTo>
                    <a:close/>
                    <a:moveTo>
                      <a:pt x="9735" y="217"/>
                    </a:moveTo>
                    <a:cubicBezTo>
                      <a:pt x="9242" y="311"/>
                      <a:pt x="8750" y="438"/>
                      <a:pt x="8274" y="594"/>
                    </a:cubicBezTo>
                    <a:lnTo>
                      <a:pt x="8392" y="954"/>
                    </a:lnTo>
                    <a:cubicBezTo>
                      <a:pt x="8852" y="802"/>
                      <a:pt x="9328" y="680"/>
                      <a:pt x="9806" y="587"/>
                    </a:cubicBezTo>
                    <a:lnTo>
                      <a:pt x="9735" y="217"/>
                    </a:lnTo>
                    <a:close/>
                    <a:moveTo>
                      <a:pt x="15697" y="576"/>
                    </a:moveTo>
                    <a:lnTo>
                      <a:pt x="15581" y="934"/>
                    </a:lnTo>
                    <a:cubicBezTo>
                      <a:pt x="16042" y="1083"/>
                      <a:pt x="16500" y="1263"/>
                      <a:pt x="16941" y="1469"/>
                    </a:cubicBezTo>
                    <a:lnTo>
                      <a:pt x="17101" y="1127"/>
                    </a:lnTo>
                    <a:cubicBezTo>
                      <a:pt x="16647" y="914"/>
                      <a:pt x="16174" y="729"/>
                      <a:pt x="15697" y="576"/>
                    </a:cubicBezTo>
                    <a:close/>
                    <a:moveTo>
                      <a:pt x="6203" y="1497"/>
                    </a:moveTo>
                    <a:cubicBezTo>
                      <a:pt x="5763" y="1740"/>
                      <a:pt x="5337" y="2013"/>
                      <a:pt x="4932" y="2309"/>
                    </a:cubicBezTo>
                    <a:lnTo>
                      <a:pt x="5155" y="2614"/>
                    </a:lnTo>
                    <a:cubicBezTo>
                      <a:pt x="5547" y="2328"/>
                      <a:pt x="5960" y="2064"/>
                      <a:pt x="6384" y="1828"/>
                    </a:cubicBezTo>
                    <a:lnTo>
                      <a:pt x="6203" y="1497"/>
                    </a:lnTo>
                    <a:close/>
                    <a:moveTo>
                      <a:pt x="19049" y="2274"/>
                    </a:moveTo>
                    <a:lnTo>
                      <a:pt x="18828" y="2580"/>
                    </a:lnTo>
                    <a:cubicBezTo>
                      <a:pt x="19221" y="2864"/>
                      <a:pt x="19599" y="3178"/>
                      <a:pt x="19954" y="3508"/>
                    </a:cubicBezTo>
                    <a:lnTo>
                      <a:pt x="20212" y="3232"/>
                    </a:lnTo>
                    <a:cubicBezTo>
                      <a:pt x="19847" y="2890"/>
                      <a:pt x="19454" y="2568"/>
                      <a:pt x="19049" y="2274"/>
                    </a:cubicBezTo>
                    <a:close/>
                    <a:moveTo>
                      <a:pt x="3240" y="3809"/>
                    </a:moveTo>
                    <a:cubicBezTo>
                      <a:pt x="2897" y="4174"/>
                      <a:pt x="2575" y="4565"/>
                      <a:pt x="2280" y="4972"/>
                    </a:cubicBezTo>
                    <a:lnTo>
                      <a:pt x="2586" y="5193"/>
                    </a:lnTo>
                    <a:cubicBezTo>
                      <a:pt x="2872" y="4800"/>
                      <a:pt x="3184" y="4422"/>
                      <a:pt x="3516" y="4066"/>
                    </a:cubicBezTo>
                    <a:lnTo>
                      <a:pt x="3240" y="3809"/>
                    </a:lnTo>
                    <a:close/>
                    <a:moveTo>
                      <a:pt x="21714" y="4924"/>
                    </a:moveTo>
                    <a:lnTo>
                      <a:pt x="21408" y="5147"/>
                    </a:lnTo>
                    <a:cubicBezTo>
                      <a:pt x="21696" y="5538"/>
                      <a:pt x="21960" y="5951"/>
                      <a:pt x="22196" y="6376"/>
                    </a:cubicBezTo>
                    <a:lnTo>
                      <a:pt x="22527" y="6193"/>
                    </a:lnTo>
                    <a:cubicBezTo>
                      <a:pt x="22282" y="5755"/>
                      <a:pt x="22010" y="5327"/>
                      <a:pt x="21714" y="4924"/>
                    </a:cubicBezTo>
                    <a:close/>
                    <a:moveTo>
                      <a:pt x="1131" y="6918"/>
                    </a:moveTo>
                    <a:cubicBezTo>
                      <a:pt x="918" y="7374"/>
                      <a:pt x="732" y="7846"/>
                      <a:pt x="579" y="8322"/>
                    </a:cubicBezTo>
                    <a:lnTo>
                      <a:pt x="937" y="8438"/>
                    </a:lnTo>
                    <a:lnTo>
                      <a:pt x="937" y="8439"/>
                    </a:lnTo>
                    <a:cubicBezTo>
                      <a:pt x="1086" y="7977"/>
                      <a:pt x="1268" y="7519"/>
                      <a:pt x="1474" y="7078"/>
                    </a:cubicBezTo>
                    <a:lnTo>
                      <a:pt x="1131" y="6918"/>
                    </a:lnTo>
                    <a:close/>
                    <a:moveTo>
                      <a:pt x="23430" y="8264"/>
                    </a:moveTo>
                    <a:lnTo>
                      <a:pt x="23072" y="8382"/>
                    </a:lnTo>
                    <a:cubicBezTo>
                      <a:pt x="23224" y="8843"/>
                      <a:pt x="23348" y="9318"/>
                      <a:pt x="23439" y="9796"/>
                    </a:cubicBezTo>
                    <a:lnTo>
                      <a:pt x="23810" y="9723"/>
                    </a:lnTo>
                    <a:cubicBezTo>
                      <a:pt x="23715" y="9231"/>
                      <a:pt x="23587" y="8740"/>
                      <a:pt x="23430" y="8264"/>
                    </a:cubicBezTo>
                    <a:close/>
                    <a:moveTo>
                      <a:pt x="91" y="10529"/>
                    </a:moveTo>
                    <a:cubicBezTo>
                      <a:pt x="30" y="11018"/>
                      <a:pt x="1" y="11517"/>
                      <a:pt x="1" y="12015"/>
                    </a:cubicBezTo>
                    <a:lnTo>
                      <a:pt x="1" y="12034"/>
                    </a:lnTo>
                    <a:lnTo>
                      <a:pt x="379" y="12034"/>
                    </a:lnTo>
                    <a:lnTo>
                      <a:pt x="379" y="12015"/>
                    </a:lnTo>
                    <a:cubicBezTo>
                      <a:pt x="379" y="11534"/>
                      <a:pt x="407" y="11050"/>
                      <a:pt x="467" y="10576"/>
                    </a:cubicBezTo>
                    <a:lnTo>
                      <a:pt x="91" y="10529"/>
                    </a:lnTo>
                    <a:close/>
                    <a:moveTo>
                      <a:pt x="23650" y="11973"/>
                    </a:moveTo>
                    <a:lnTo>
                      <a:pt x="23650" y="12015"/>
                    </a:lnTo>
                    <a:cubicBezTo>
                      <a:pt x="23650" y="12502"/>
                      <a:pt x="23620" y="12991"/>
                      <a:pt x="23559" y="13472"/>
                    </a:cubicBezTo>
                    <a:lnTo>
                      <a:pt x="23934" y="13520"/>
                    </a:lnTo>
                    <a:cubicBezTo>
                      <a:pt x="23997" y="13022"/>
                      <a:pt x="24028" y="12517"/>
                      <a:pt x="24028" y="12015"/>
                    </a:cubicBezTo>
                    <a:lnTo>
                      <a:pt x="24028" y="11973"/>
                    </a:lnTo>
                    <a:close/>
                    <a:moveTo>
                      <a:pt x="585" y="14213"/>
                    </a:moveTo>
                    <a:lnTo>
                      <a:pt x="215" y="14284"/>
                    </a:lnTo>
                    <a:cubicBezTo>
                      <a:pt x="310" y="14777"/>
                      <a:pt x="435" y="15267"/>
                      <a:pt x="590" y="15745"/>
                    </a:cubicBezTo>
                    <a:lnTo>
                      <a:pt x="951" y="15628"/>
                    </a:lnTo>
                    <a:cubicBezTo>
                      <a:pt x="800" y="15167"/>
                      <a:pt x="676" y="14691"/>
                      <a:pt x="585" y="14213"/>
                    </a:cubicBezTo>
                    <a:close/>
                    <a:moveTo>
                      <a:pt x="23083" y="15608"/>
                    </a:moveTo>
                    <a:cubicBezTo>
                      <a:pt x="22935" y="16070"/>
                      <a:pt x="22753" y="16528"/>
                      <a:pt x="22547" y="16967"/>
                    </a:cubicBezTo>
                    <a:lnTo>
                      <a:pt x="22889" y="17128"/>
                    </a:lnTo>
                    <a:cubicBezTo>
                      <a:pt x="23102" y="16675"/>
                      <a:pt x="23288" y="16203"/>
                      <a:pt x="23444" y="15725"/>
                    </a:cubicBezTo>
                    <a:lnTo>
                      <a:pt x="23083" y="15608"/>
                    </a:lnTo>
                    <a:close/>
                    <a:moveTo>
                      <a:pt x="1823" y="17635"/>
                    </a:moveTo>
                    <a:lnTo>
                      <a:pt x="1492" y="17818"/>
                    </a:lnTo>
                    <a:cubicBezTo>
                      <a:pt x="1735" y="18256"/>
                      <a:pt x="2008" y="18684"/>
                      <a:pt x="2304" y="19089"/>
                    </a:cubicBezTo>
                    <a:lnTo>
                      <a:pt x="2609" y="18866"/>
                    </a:lnTo>
                    <a:cubicBezTo>
                      <a:pt x="2322" y="18474"/>
                      <a:pt x="2057" y="18059"/>
                      <a:pt x="1823" y="17635"/>
                    </a:cubicBezTo>
                    <a:close/>
                    <a:moveTo>
                      <a:pt x="21431" y="18851"/>
                    </a:moveTo>
                    <a:cubicBezTo>
                      <a:pt x="21146" y="19244"/>
                      <a:pt x="20832" y="19622"/>
                      <a:pt x="20500" y="19976"/>
                    </a:cubicBezTo>
                    <a:lnTo>
                      <a:pt x="20774" y="20235"/>
                    </a:lnTo>
                    <a:cubicBezTo>
                      <a:pt x="21117" y="19870"/>
                      <a:pt x="21441" y="19479"/>
                      <a:pt x="21737" y="19074"/>
                    </a:cubicBezTo>
                    <a:lnTo>
                      <a:pt x="21431" y="18851"/>
                    </a:lnTo>
                    <a:close/>
                    <a:moveTo>
                      <a:pt x="4060" y="20506"/>
                    </a:moveTo>
                    <a:lnTo>
                      <a:pt x="3800" y="20782"/>
                    </a:lnTo>
                    <a:cubicBezTo>
                      <a:pt x="4166" y="21124"/>
                      <a:pt x="4557" y="21448"/>
                      <a:pt x="4963" y="21742"/>
                    </a:cubicBezTo>
                    <a:lnTo>
                      <a:pt x="5185" y="21436"/>
                    </a:lnTo>
                    <a:cubicBezTo>
                      <a:pt x="4792" y="21151"/>
                      <a:pt x="4413" y="20838"/>
                      <a:pt x="4060" y="20506"/>
                    </a:cubicBezTo>
                    <a:close/>
                    <a:moveTo>
                      <a:pt x="18857" y="21426"/>
                    </a:moveTo>
                    <a:cubicBezTo>
                      <a:pt x="18464" y="21712"/>
                      <a:pt x="18051" y="21977"/>
                      <a:pt x="17627" y="22210"/>
                    </a:cubicBezTo>
                    <a:lnTo>
                      <a:pt x="17808" y="22542"/>
                    </a:lnTo>
                    <a:cubicBezTo>
                      <a:pt x="18246" y="22299"/>
                      <a:pt x="18674" y="22028"/>
                      <a:pt x="19080" y="21732"/>
                    </a:cubicBezTo>
                    <a:lnTo>
                      <a:pt x="18857" y="21426"/>
                    </a:lnTo>
                    <a:close/>
                    <a:moveTo>
                      <a:pt x="7070" y="22550"/>
                    </a:moveTo>
                    <a:lnTo>
                      <a:pt x="6910" y="22892"/>
                    </a:lnTo>
                    <a:cubicBezTo>
                      <a:pt x="7364" y="23107"/>
                      <a:pt x="7836" y="23293"/>
                      <a:pt x="8312" y="23447"/>
                    </a:cubicBezTo>
                    <a:lnTo>
                      <a:pt x="8430" y="23088"/>
                    </a:lnTo>
                    <a:cubicBezTo>
                      <a:pt x="7967" y="22938"/>
                      <a:pt x="7511" y="22758"/>
                      <a:pt x="7070" y="22550"/>
                    </a:cubicBezTo>
                    <a:close/>
                    <a:moveTo>
                      <a:pt x="15618" y="23082"/>
                    </a:moveTo>
                    <a:cubicBezTo>
                      <a:pt x="15157" y="23232"/>
                      <a:pt x="14681" y="23354"/>
                      <a:pt x="14204" y="23445"/>
                    </a:cubicBezTo>
                    <a:lnTo>
                      <a:pt x="14275" y="23815"/>
                    </a:lnTo>
                    <a:cubicBezTo>
                      <a:pt x="14767" y="23721"/>
                      <a:pt x="15258" y="23596"/>
                      <a:pt x="15735" y="23440"/>
                    </a:cubicBezTo>
                    <a:lnTo>
                      <a:pt x="15618" y="23082"/>
                    </a:lnTo>
                    <a:close/>
                    <a:moveTo>
                      <a:pt x="10566" y="23561"/>
                    </a:moveTo>
                    <a:lnTo>
                      <a:pt x="10519" y="23936"/>
                    </a:lnTo>
                    <a:cubicBezTo>
                      <a:pt x="11012" y="23997"/>
                      <a:pt x="11516" y="24028"/>
                      <a:pt x="12015" y="24028"/>
                    </a:cubicBezTo>
                    <a:lnTo>
                      <a:pt x="12024" y="24028"/>
                    </a:lnTo>
                    <a:lnTo>
                      <a:pt x="12015" y="23650"/>
                    </a:lnTo>
                    <a:cubicBezTo>
                      <a:pt x="11530" y="23650"/>
                      <a:pt x="11043" y="23620"/>
                      <a:pt x="10566" y="235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8"/>
              <p:cNvSpPr/>
              <p:nvPr/>
            </p:nvSpPr>
            <p:spPr>
              <a:xfrm>
                <a:off x="4796700" y="1877050"/>
                <a:ext cx="379075" cy="379175"/>
              </a:xfrm>
              <a:custGeom>
                <a:avLst/>
                <a:gdLst/>
                <a:ahLst/>
                <a:cxnLst/>
                <a:rect l="l" t="t" r="r" b="b"/>
                <a:pathLst>
                  <a:path w="15163" h="15167" extrusionOk="0">
                    <a:moveTo>
                      <a:pt x="7582" y="567"/>
                    </a:moveTo>
                    <a:cubicBezTo>
                      <a:pt x="8495" y="567"/>
                      <a:pt x="9381" y="739"/>
                      <a:pt x="10218" y="1079"/>
                    </a:cubicBezTo>
                    <a:lnTo>
                      <a:pt x="9807" y="1985"/>
                    </a:lnTo>
                    <a:lnTo>
                      <a:pt x="10066" y="2102"/>
                    </a:lnTo>
                    <a:cubicBezTo>
                      <a:pt x="10512" y="2304"/>
                      <a:pt x="10934" y="2561"/>
                      <a:pt x="11319" y="2869"/>
                    </a:cubicBezTo>
                    <a:lnTo>
                      <a:pt x="11540" y="3044"/>
                    </a:lnTo>
                    <a:lnTo>
                      <a:pt x="12158" y="2266"/>
                    </a:lnTo>
                    <a:cubicBezTo>
                      <a:pt x="13174" y="3143"/>
                      <a:pt x="13927" y="4307"/>
                      <a:pt x="14307" y="5586"/>
                    </a:cubicBezTo>
                    <a:lnTo>
                      <a:pt x="13346" y="5829"/>
                    </a:lnTo>
                    <a:lnTo>
                      <a:pt x="13415" y="6105"/>
                    </a:lnTo>
                    <a:cubicBezTo>
                      <a:pt x="13534" y="6579"/>
                      <a:pt x="13597" y="7070"/>
                      <a:pt x="13598" y="7564"/>
                    </a:cubicBezTo>
                    <a:lnTo>
                      <a:pt x="13598" y="7846"/>
                    </a:lnTo>
                    <a:lnTo>
                      <a:pt x="14591" y="7846"/>
                    </a:lnTo>
                    <a:cubicBezTo>
                      <a:pt x="14540" y="9208"/>
                      <a:pt x="14106" y="10501"/>
                      <a:pt x="13323" y="11613"/>
                    </a:cubicBezTo>
                    <a:lnTo>
                      <a:pt x="12534" y="11008"/>
                    </a:lnTo>
                    <a:lnTo>
                      <a:pt x="12361" y="11235"/>
                    </a:lnTo>
                    <a:cubicBezTo>
                      <a:pt x="12064" y="11623"/>
                      <a:pt x="11718" y="11975"/>
                      <a:pt x="11333" y="12282"/>
                    </a:cubicBezTo>
                    <a:lnTo>
                      <a:pt x="11114" y="12460"/>
                    </a:lnTo>
                    <a:lnTo>
                      <a:pt x="11733" y="13235"/>
                    </a:lnTo>
                    <a:cubicBezTo>
                      <a:pt x="10643" y="14038"/>
                      <a:pt x="9366" y="14501"/>
                      <a:pt x="8013" y="14582"/>
                    </a:cubicBezTo>
                    <a:lnTo>
                      <a:pt x="7993" y="13587"/>
                    </a:lnTo>
                    <a:lnTo>
                      <a:pt x="7656" y="13597"/>
                    </a:lnTo>
                    <a:cubicBezTo>
                      <a:pt x="7631" y="13597"/>
                      <a:pt x="7606" y="13599"/>
                      <a:pt x="7582" y="13599"/>
                    </a:cubicBezTo>
                    <a:cubicBezTo>
                      <a:pt x="7137" y="13599"/>
                      <a:pt x="6689" y="13548"/>
                      <a:pt x="6250" y="13448"/>
                    </a:cubicBezTo>
                    <a:lnTo>
                      <a:pt x="5972" y="13386"/>
                    </a:lnTo>
                    <a:lnTo>
                      <a:pt x="5753" y="14354"/>
                    </a:lnTo>
                    <a:cubicBezTo>
                      <a:pt x="4464" y="14005"/>
                      <a:pt x="3281" y="13280"/>
                      <a:pt x="2381" y="12287"/>
                    </a:cubicBezTo>
                    <a:lnTo>
                      <a:pt x="3142" y="11651"/>
                    </a:lnTo>
                    <a:lnTo>
                      <a:pt x="2961" y="11433"/>
                    </a:lnTo>
                    <a:cubicBezTo>
                      <a:pt x="2645" y="11055"/>
                      <a:pt x="2376" y="10640"/>
                      <a:pt x="2163" y="10200"/>
                    </a:cubicBezTo>
                    <a:lnTo>
                      <a:pt x="2040" y="9946"/>
                    </a:lnTo>
                    <a:lnTo>
                      <a:pt x="1147" y="10377"/>
                    </a:lnTo>
                    <a:cubicBezTo>
                      <a:pt x="762" y="9495"/>
                      <a:pt x="567" y="8555"/>
                      <a:pt x="567" y="7582"/>
                    </a:cubicBezTo>
                    <a:cubicBezTo>
                      <a:pt x="567" y="7204"/>
                      <a:pt x="598" y="6825"/>
                      <a:pt x="658" y="6454"/>
                    </a:cubicBezTo>
                    <a:lnTo>
                      <a:pt x="1629" y="6652"/>
                    </a:lnTo>
                    <a:lnTo>
                      <a:pt x="1685" y="6374"/>
                    </a:lnTo>
                    <a:cubicBezTo>
                      <a:pt x="1784" y="5892"/>
                      <a:pt x="1941" y="5424"/>
                      <a:pt x="2154" y="4980"/>
                    </a:cubicBezTo>
                    <a:lnTo>
                      <a:pt x="2277" y="4725"/>
                    </a:lnTo>
                    <a:lnTo>
                      <a:pt x="1383" y="4296"/>
                    </a:lnTo>
                    <a:cubicBezTo>
                      <a:pt x="2011" y="3115"/>
                      <a:pt x="2979" y="2123"/>
                      <a:pt x="4144" y="1466"/>
                    </a:cubicBezTo>
                    <a:lnTo>
                      <a:pt x="4596" y="2350"/>
                    </a:lnTo>
                    <a:lnTo>
                      <a:pt x="4849" y="2221"/>
                    </a:lnTo>
                    <a:cubicBezTo>
                      <a:pt x="5287" y="1998"/>
                      <a:pt x="5751" y="1829"/>
                      <a:pt x="6228" y="1719"/>
                    </a:cubicBezTo>
                    <a:lnTo>
                      <a:pt x="6504" y="1656"/>
                    </a:lnTo>
                    <a:lnTo>
                      <a:pt x="6283" y="688"/>
                    </a:lnTo>
                    <a:cubicBezTo>
                      <a:pt x="6709" y="607"/>
                      <a:pt x="7145" y="567"/>
                      <a:pt x="7582" y="567"/>
                    </a:cubicBezTo>
                    <a:close/>
                    <a:moveTo>
                      <a:pt x="7582" y="1"/>
                    </a:moveTo>
                    <a:cubicBezTo>
                      <a:pt x="7007" y="1"/>
                      <a:pt x="6433" y="65"/>
                      <a:pt x="5877" y="192"/>
                    </a:cubicBezTo>
                    <a:lnTo>
                      <a:pt x="5602" y="257"/>
                    </a:lnTo>
                    <a:lnTo>
                      <a:pt x="5827" y="1236"/>
                    </a:lnTo>
                    <a:cubicBezTo>
                      <a:pt x="5492" y="1329"/>
                      <a:pt x="5163" y="1448"/>
                      <a:pt x="4846" y="1593"/>
                    </a:cubicBezTo>
                    <a:lnTo>
                      <a:pt x="4388" y="698"/>
                    </a:lnTo>
                    <a:lnTo>
                      <a:pt x="4135" y="827"/>
                    </a:lnTo>
                    <a:cubicBezTo>
                      <a:pt x="2663" y="1578"/>
                      <a:pt x="1459" y="2814"/>
                      <a:pt x="744" y="4304"/>
                    </a:cubicBezTo>
                    <a:lnTo>
                      <a:pt x="621" y="4559"/>
                    </a:lnTo>
                    <a:lnTo>
                      <a:pt x="1527" y="4993"/>
                    </a:lnTo>
                    <a:cubicBezTo>
                      <a:pt x="1390" y="5314"/>
                      <a:pt x="1277" y="5646"/>
                      <a:pt x="1193" y="5984"/>
                    </a:cubicBezTo>
                    <a:lnTo>
                      <a:pt x="210" y="5783"/>
                    </a:lnTo>
                    <a:lnTo>
                      <a:pt x="152" y="6060"/>
                    </a:lnTo>
                    <a:cubicBezTo>
                      <a:pt x="51" y="6559"/>
                      <a:pt x="0" y="7070"/>
                      <a:pt x="0" y="7580"/>
                    </a:cubicBezTo>
                    <a:cubicBezTo>
                      <a:pt x="0" y="8737"/>
                      <a:pt x="255" y="9849"/>
                      <a:pt x="755" y="10883"/>
                    </a:cubicBezTo>
                    <a:lnTo>
                      <a:pt x="879" y="11137"/>
                    </a:lnTo>
                    <a:lnTo>
                      <a:pt x="1783" y="10701"/>
                    </a:lnTo>
                    <a:cubicBezTo>
                      <a:pt x="1946" y="11005"/>
                      <a:pt x="2136" y="11299"/>
                      <a:pt x="2348" y="11575"/>
                    </a:cubicBezTo>
                    <a:lnTo>
                      <a:pt x="1576" y="12219"/>
                    </a:lnTo>
                    <a:lnTo>
                      <a:pt x="1758" y="12437"/>
                    </a:lnTo>
                    <a:cubicBezTo>
                      <a:pt x="2822" y="13709"/>
                      <a:pt x="4294" y="14611"/>
                      <a:pt x="5903" y="14977"/>
                    </a:cubicBezTo>
                    <a:lnTo>
                      <a:pt x="6181" y="15038"/>
                    </a:lnTo>
                    <a:lnTo>
                      <a:pt x="6402" y="14058"/>
                    </a:lnTo>
                    <a:cubicBezTo>
                      <a:pt x="6746" y="14121"/>
                      <a:pt x="7093" y="14156"/>
                      <a:pt x="7438" y="14164"/>
                    </a:cubicBezTo>
                    <a:lnTo>
                      <a:pt x="7458" y="15167"/>
                    </a:lnTo>
                    <a:lnTo>
                      <a:pt x="7742" y="15162"/>
                    </a:lnTo>
                    <a:cubicBezTo>
                      <a:pt x="9420" y="15125"/>
                      <a:pt x="11001" y="14554"/>
                      <a:pt x="12311" y="13506"/>
                    </a:cubicBezTo>
                    <a:lnTo>
                      <a:pt x="12533" y="13329"/>
                    </a:lnTo>
                    <a:lnTo>
                      <a:pt x="11907" y="12543"/>
                    </a:lnTo>
                    <a:cubicBezTo>
                      <a:pt x="12168" y="12315"/>
                      <a:pt x="12412" y="12066"/>
                      <a:pt x="12635" y="11800"/>
                    </a:cubicBezTo>
                    <a:lnTo>
                      <a:pt x="13433" y="12411"/>
                    </a:lnTo>
                    <a:lnTo>
                      <a:pt x="13605" y="12185"/>
                    </a:lnTo>
                    <a:cubicBezTo>
                      <a:pt x="14624" y="10853"/>
                      <a:pt x="15163" y="9260"/>
                      <a:pt x="15163" y="7582"/>
                    </a:cubicBezTo>
                    <a:lnTo>
                      <a:pt x="15163" y="7280"/>
                    </a:lnTo>
                    <a:lnTo>
                      <a:pt x="14158" y="7280"/>
                    </a:lnTo>
                    <a:cubicBezTo>
                      <a:pt x="14142" y="6931"/>
                      <a:pt x="14099" y="6582"/>
                      <a:pt x="14028" y="6242"/>
                    </a:cubicBezTo>
                    <a:lnTo>
                      <a:pt x="15001" y="5996"/>
                    </a:lnTo>
                    <a:lnTo>
                      <a:pt x="14932" y="5722"/>
                    </a:lnTo>
                    <a:cubicBezTo>
                      <a:pt x="14529" y="4121"/>
                      <a:pt x="13590" y="2672"/>
                      <a:pt x="12292" y="1641"/>
                    </a:cubicBezTo>
                    <a:lnTo>
                      <a:pt x="12070" y="1466"/>
                    </a:lnTo>
                    <a:lnTo>
                      <a:pt x="11446" y="2252"/>
                    </a:lnTo>
                    <a:cubicBezTo>
                      <a:pt x="11163" y="2047"/>
                      <a:pt x="10866" y="1866"/>
                      <a:pt x="10555" y="1709"/>
                    </a:cubicBezTo>
                    <a:lnTo>
                      <a:pt x="10972" y="794"/>
                    </a:lnTo>
                    <a:lnTo>
                      <a:pt x="10712" y="676"/>
                    </a:lnTo>
                    <a:cubicBezTo>
                      <a:pt x="9726" y="227"/>
                      <a:pt x="8672" y="1"/>
                      <a:pt x="75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9" name="Google Shape;699;p38"/>
            <p:cNvCxnSpPr>
              <a:stCxn id="693" idx="7"/>
            </p:cNvCxnSpPr>
            <p:nvPr/>
          </p:nvCxnSpPr>
          <p:spPr>
            <a:xfrm rot="10800000" flipH="1">
              <a:off x="6952923" y="-65052"/>
              <a:ext cx="699000" cy="69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38"/>
            <p:cNvCxnSpPr>
              <a:stCxn id="693" idx="5"/>
              <a:endCxn id="694" idx="1"/>
            </p:cNvCxnSpPr>
            <p:nvPr/>
          </p:nvCxnSpPr>
          <p:spPr>
            <a:xfrm>
              <a:off x="6952923" y="730256"/>
              <a:ext cx="1207500" cy="936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38"/>
            <p:cNvCxnSpPr>
              <a:stCxn id="694" idx="0"/>
            </p:cNvCxnSpPr>
            <p:nvPr/>
          </p:nvCxnSpPr>
          <p:spPr>
            <a:xfrm rot="10800000">
              <a:off x="8190575" y="-52247"/>
              <a:ext cx="0" cy="1706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2" name="Google Shape;702;p38"/>
            <p:cNvCxnSpPr>
              <a:stCxn id="694" idx="6"/>
            </p:cNvCxnSpPr>
            <p:nvPr/>
          </p:nvCxnSpPr>
          <p:spPr>
            <a:xfrm rot="10800000" flipH="1">
              <a:off x="8233025" y="1666453"/>
              <a:ext cx="1292100" cy="30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3" name="Google Shape;703;p38"/>
            <p:cNvSpPr/>
            <p:nvPr/>
          </p:nvSpPr>
          <p:spPr>
            <a:xfrm rot="5135178">
              <a:off x="6577614" y="1974370"/>
              <a:ext cx="432823" cy="432823"/>
            </a:xfrm>
            <a:custGeom>
              <a:avLst/>
              <a:gdLst/>
              <a:ahLst/>
              <a:cxnLst/>
              <a:rect l="l" t="t" r="r" b="b"/>
              <a:pathLst>
                <a:path w="17371" h="17371" extrusionOk="0">
                  <a:moveTo>
                    <a:pt x="8685" y="5061"/>
                  </a:moveTo>
                  <a:cubicBezTo>
                    <a:pt x="10683" y="5061"/>
                    <a:pt x="12308" y="6687"/>
                    <a:pt x="12308" y="8686"/>
                  </a:cubicBezTo>
                  <a:cubicBezTo>
                    <a:pt x="12308" y="10683"/>
                    <a:pt x="10683" y="12309"/>
                    <a:pt x="8685" y="12309"/>
                  </a:cubicBezTo>
                  <a:cubicBezTo>
                    <a:pt x="6686" y="12309"/>
                    <a:pt x="5061" y="10683"/>
                    <a:pt x="5061" y="8686"/>
                  </a:cubicBezTo>
                  <a:cubicBezTo>
                    <a:pt x="5061" y="6687"/>
                    <a:pt x="6686" y="5061"/>
                    <a:pt x="8685" y="5061"/>
                  </a:cubicBezTo>
                  <a:close/>
                  <a:moveTo>
                    <a:pt x="8670" y="1"/>
                  </a:moveTo>
                  <a:lnTo>
                    <a:pt x="8669" y="1813"/>
                  </a:lnTo>
                  <a:lnTo>
                    <a:pt x="8669" y="3415"/>
                  </a:lnTo>
                  <a:cubicBezTo>
                    <a:pt x="8345" y="3415"/>
                    <a:pt x="8028" y="3447"/>
                    <a:pt x="7721" y="3505"/>
                  </a:cubicBezTo>
                  <a:lnTo>
                    <a:pt x="7101" y="144"/>
                  </a:lnTo>
                  <a:cubicBezTo>
                    <a:pt x="5365" y="465"/>
                    <a:pt x="3784" y="1299"/>
                    <a:pt x="2531" y="2556"/>
                  </a:cubicBezTo>
                  <a:lnTo>
                    <a:pt x="4952" y="4968"/>
                  </a:lnTo>
                  <a:cubicBezTo>
                    <a:pt x="4727" y="5193"/>
                    <a:pt x="4524" y="5439"/>
                    <a:pt x="4342" y="5702"/>
                  </a:cubicBezTo>
                  <a:lnTo>
                    <a:pt x="1529" y="3764"/>
                  </a:lnTo>
                  <a:cubicBezTo>
                    <a:pt x="529" y="5216"/>
                    <a:pt x="0" y="6918"/>
                    <a:pt x="0" y="8686"/>
                  </a:cubicBezTo>
                  <a:lnTo>
                    <a:pt x="0" y="8710"/>
                  </a:lnTo>
                  <a:lnTo>
                    <a:pt x="1552" y="8697"/>
                  </a:lnTo>
                  <a:lnTo>
                    <a:pt x="3415" y="8697"/>
                  </a:lnTo>
                  <a:cubicBezTo>
                    <a:pt x="3415" y="9021"/>
                    <a:pt x="3447" y="9336"/>
                    <a:pt x="3503" y="9645"/>
                  </a:cubicBezTo>
                  <a:lnTo>
                    <a:pt x="144" y="10262"/>
                  </a:lnTo>
                  <a:cubicBezTo>
                    <a:pt x="463" y="12000"/>
                    <a:pt x="1296" y="13581"/>
                    <a:pt x="2551" y="14833"/>
                  </a:cubicBezTo>
                  <a:lnTo>
                    <a:pt x="4965" y="12414"/>
                  </a:lnTo>
                  <a:cubicBezTo>
                    <a:pt x="5190" y="12639"/>
                    <a:pt x="5436" y="12844"/>
                    <a:pt x="5698" y="13026"/>
                  </a:cubicBezTo>
                  <a:lnTo>
                    <a:pt x="3759" y="15837"/>
                  </a:lnTo>
                  <a:cubicBezTo>
                    <a:pt x="5211" y="16840"/>
                    <a:pt x="6914" y="17371"/>
                    <a:pt x="8685" y="17371"/>
                  </a:cubicBezTo>
                  <a:lnTo>
                    <a:pt x="8690" y="17371"/>
                  </a:lnTo>
                  <a:lnTo>
                    <a:pt x="8685" y="13956"/>
                  </a:lnTo>
                  <a:cubicBezTo>
                    <a:pt x="9011" y="13956"/>
                    <a:pt x="9330" y="13924"/>
                    <a:pt x="9640" y="13868"/>
                  </a:cubicBezTo>
                  <a:lnTo>
                    <a:pt x="10255" y="17228"/>
                  </a:lnTo>
                  <a:cubicBezTo>
                    <a:pt x="11993" y="16910"/>
                    <a:pt x="13574" y="16079"/>
                    <a:pt x="14828" y="14823"/>
                  </a:cubicBezTo>
                  <a:lnTo>
                    <a:pt x="12412" y="12409"/>
                  </a:lnTo>
                  <a:cubicBezTo>
                    <a:pt x="12637" y="12183"/>
                    <a:pt x="12840" y="11938"/>
                    <a:pt x="13022" y="11676"/>
                  </a:cubicBezTo>
                  <a:lnTo>
                    <a:pt x="15834" y="13617"/>
                  </a:lnTo>
                  <a:lnTo>
                    <a:pt x="15834" y="13619"/>
                  </a:lnTo>
                  <a:cubicBezTo>
                    <a:pt x="16838" y="12163"/>
                    <a:pt x="17370" y="10458"/>
                    <a:pt x="17370" y="8686"/>
                  </a:cubicBezTo>
                  <a:lnTo>
                    <a:pt x="17370" y="8662"/>
                  </a:lnTo>
                  <a:lnTo>
                    <a:pt x="13955" y="8662"/>
                  </a:lnTo>
                  <a:cubicBezTo>
                    <a:pt x="13954" y="8340"/>
                    <a:pt x="13922" y="8023"/>
                    <a:pt x="13866" y="7717"/>
                  </a:cubicBezTo>
                  <a:lnTo>
                    <a:pt x="17225" y="7095"/>
                  </a:lnTo>
                  <a:cubicBezTo>
                    <a:pt x="16903" y="5357"/>
                    <a:pt x="16067" y="3777"/>
                    <a:pt x="14810" y="2527"/>
                  </a:cubicBezTo>
                  <a:lnTo>
                    <a:pt x="12399" y="4950"/>
                  </a:lnTo>
                  <a:cubicBezTo>
                    <a:pt x="12175" y="4726"/>
                    <a:pt x="11928" y="4521"/>
                    <a:pt x="11664" y="4341"/>
                  </a:cubicBezTo>
                  <a:lnTo>
                    <a:pt x="13600" y="1524"/>
                  </a:lnTo>
                  <a:cubicBezTo>
                    <a:pt x="12150" y="528"/>
                    <a:pt x="10450" y="1"/>
                    <a:pt x="8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8"/>
            <p:cNvSpPr/>
            <p:nvPr/>
          </p:nvSpPr>
          <p:spPr>
            <a:xfrm>
              <a:off x="6767682" y="2164499"/>
              <a:ext cx="52800" cy="525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05" name="Google Shape;705;p38"/>
            <p:cNvCxnSpPr>
              <a:stCxn id="704" idx="0"/>
              <a:endCxn id="693" idx="4"/>
            </p:cNvCxnSpPr>
            <p:nvPr/>
          </p:nvCxnSpPr>
          <p:spPr>
            <a:xfrm rot="10800000" flipH="1">
              <a:off x="6794082" y="750299"/>
              <a:ext cx="110700" cy="1414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38"/>
            <p:cNvCxnSpPr>
              <a:stCxn id="704" idx="7"/>
              <a:endCxn id="694" idx="3"/>
            </p:cNvCxnSpPr>
            <p:nvPr/>
          </p:nvCxnSpPr>
          <p:spPr>
            <a:xfrm rot="10800000" flipH="1">
              <a:off x="6812750" y="1726388"/>
              <a:ext cx="1347900" cy="445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" name="标题 6">
            <a:extLst>
              <a:ext uri="{FF2B5EF4-FFF2-40B4-BE49-F238E27FC236}">
                <a16:creationId xmlns:a16="http://schemas.microsoft.com/office/drawing/2014/main" id="{D876C8FC-0072-B33D-2ADC-EFEE6A2625F8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75020" y="866776"/>
            <a:ext cx="5925307" cy="316659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&amp;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Engineering analysis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2"/>
          <p:cNvSpPr txBox="1">
            <a:spLocks noGrp="1"/>
          </p:cNvSpPr>
          <p:nvPr>
            <p:ph type="title"/>
          </p:nvPr>
        </p:nvSpPr>
        <p:spPr>
          <a:xfrm>
            <a:off x="655725" y="463750"/>
            <a:ext cx="7713900" cy="6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</a:t>
            </a:r>
            <a:endParaRPr dirty="0">
              <a:latin typeface="Times New Roman" panose="02020603050405020304" pitchFamily="18" charset="0"/>
              <a:ea typeface="Kantumruy Pro SemiBold"/>
              <a:cs typeface="Times New Roman" panose="02020603050405020304" pitchFamily="18" charset="0"/>
              <a:sym typeface="Kantumruy Pro SemiBold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5D0F7A55-83B0-C1C8-C8BD-D361FEF49414}"/>
              </a:ext>
            </a:extLst>
          </p:cNvPr>
          <p:cNvCxnSpPr>
            <a:cxnSpLocks/>
          </p:cNvCxnSpPr>
          <p:nvPr/>
        </p:nvCxnSpPr>
        <p:spPr>
          <a:xfrm flipH="1">
            <a:off x="3111337" y="1779919"/>
            <a:ext cx="883909" cy="43027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AE83A7FC-1465-80D9-D4C7-685A08DA373D}"/>
              </a:ext>
            </a:extLst>
          </p:cNvPr>
          <p:cNvSpPr/>
          <p:nvPr/>
        </p:nvSpPr>
        <p:spPr>
          <a:xfrm>
            <a:off x="3852741" y="1112650"/>
            <a:ext cx="1681161" cy="8824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parts</a:t>
            </a:r>
            <a:endParaRPr kumimoji="1" lang="zh-C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BE502326-1830-660D-F732-CEFCC501A341}"/>
              </a:ext>
            </a:extLst>
          </p:cNvPr>
          <p:cNvCxnSpPr>
            <a:cxnSpLocks/>
          </p:cNvCxnSpPr>
          <p:nvPr/>
        </p:nvCxnSpPr>
        <p:spPr>
          <a:xfrm>
            <a:off x="5396534" y="1779919"/>
            <a:ext cx="878772" cy="43027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1B31D7DF-78ED-BAD6-B55D-38E7F36E3F7B}"/>
              </a:ext>
            </a:extLst>
          </p:cNvPr>
          <p:cNvSpPr/>
          <p:nvPr/>
        </p:nvSpPr>
        <p:spPr>
          <a:xfrm>
            <a:off x="2174871" y="2236194"/>
            <a:ext cx="1872931" cy="554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Rotation parts</a:t>
            </a:r>
            <a:endParaRPr kumimoji="1" lang="zh-C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718EF9-4F51-B969-570E-74C6DB8DF3F2}"/>
              </a:ext>
            </a:extLst>
          </p:cNvPr>
          <p:cNvSpPr/>
          <p:nvPr/>
        </p:nvSpPr>
        <p:spPr>
          <a:xfrm>
            <a:off x="5338840" y="2236194"/>
            <a:ext cx="1872931" cy="554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Delivering parts</a:t>
            </a:r>
            <a:endParaRPr kumimoji="1" lang="zh-C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Google Shape;1472;p73">
            <a:extLst>
              <a:ext uri="{FF2B5EF4-FFF2-40B4-BE49-F238E27FC236}">
                <a16:creationId xmlns:a16="http://schemas.microsoft.com/office/drawing/2014/main" id="{53F8365E-1E33-C8E6-ADDF-13E90B1CBBC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286" y="3655877"/>
            <a:ext cx="3833932" cy="123233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474;p73">
            <a:extLst>
              <a:ext uri="{FF2B5EF4-FFF2-40B4-BE49-F238E27FC236}">
                <a16:creationId xmlns:a16="http://schemas.microsoft.com/office/drawing/2014/main" id="{42937149-3F55-918C-EFD5-67A0D1936B24}"/>
              </a:ext>
            </a:extLst>
          </p:cNvPr>
          <p:cNvSpPr/>
          <p:nvPr/>
        </p:nvSpPr>
        <p:spPr>
          <a:xfrm rot="10004529">
            <a:off x="1464268" y="3302397"/>
            <a:ext cx="196447" cy="503129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" name="Google Shape;1475;p73">
            <a:extLst>
              <a:ext uri="{FF2B5EF4-FFF2-40B4-BE49-F238E27FC236}">
                <a16:creationId xmlns:a16="http://schemas.microsoft.com/office/drawing/2014/main" id="{5C945730-15ED-0A53-DBA3-70DF40493A67}"/>
              </a:ext>
            </a:extLst>
          </p:cNvPr>
          <p:cNvSpPr/>
          <p:nvPr/>
        </p:nvSpPr>
        <p:spPr>
          <a:xfrm rot="11730201">
            <a:off x="3700324" y="3359920"/>
            <a:ext cx="196449" cy="42103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1476;p73">
            <a:extLst>
              <a:ext uri="{FF2B5EF4-FFF2-40B4-BE49-F238E27FC236}">
                <a16:creationId xmlns:a16="http://schemas.microsoft.com/office/drawing/2014/main" id="{000643A8-0A75-1F30-45E1-3E7DE6938BB8}"/>
              </a:ext>
            </a:extLst>
          </p:cNvPr>
          <p:cNvSpPr txBox="1"/>
          <p:nvPr/>
        </p:nvSpPr>
        <p:spPr>
          <a:xfrm>
            <a:off x="3372459" y="2991148"/>
            <a:ext cx="2010544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Choose either 3 or 4 players</a:t>
            </a:r>
            <a:endParaRPr lang="en-US" altLang="zh-CN" sz="1200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  <a:sym typeface="Archiv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(Chooser)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  <a:sym typeface="Archivo"/>
            </a:endParaRPr>
          </a:p>
        </p:txBody>
      </p:sp>
      <p:sp>
        <p:nvSpPr>
          <p:cNvPr id="20" name="Google Shape;1478;p73">
            <a:extLst>
              <a:ext uri="{FF2B5EF4-FFF2-40B4-BE49-F238E27FC236}">
                <a16:creationId xmlns:a16="http://schemas.microsoft.com/office/drawing/2014/main" id="{933BD87B-8BE8-07F4-1705-5FD15C052B99}"/>
              </a:ext>
            </a:extLst>
          </p:cNvPr>
          <p:cNvSpPr txBox="1"/>
          <p:nvPr/>
        </p:nvSpPr>
        <p:spPr>
          <a:xfrm>
            <a:off x="458353" y="2817102"/>
            <a:ext cx="201054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Rotate 90° </a:t>
            </a:r>
            <a:r>
              <a:rPr lang="en-US" altLang="zh-CN" sz="12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/ </a:t>
            </a:r>
            <a:r>
              <a:rPr lang="zh-CN" sz="12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120° each turn</a:t>
            </a:r>
            <a:r>
              <a:rPr lang="en-US" altLang="zh-CN" sz="12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 (Rotating Design)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  <a:sym typeface="Archivo"/>
            </a:endParaRPr>
          </a:p>
        </p:txBody>
      </p:sp>
      <p:sp>
        <p:nvSpPr>
          <p:cNvPr id="21" name="Google Shape;1479;p73">
            <a:extLst>
              <a:ext uri="{FF2B5EF4-FFF2-40B4-BE49-F238E27FC236}">
                <a16:creationId xmlns:a16="http://schemas.microsoft.com/office/drawing/2014/main" id="{29ACDEC5-498E-E255-31C3-E2D421393984}"/>
              </a:ext>
            </a:extLst>
          </p:cNvPr>
          <p:cNvSpPr/>
          <p:nvPr/>
        </p:nvSpPr>
        <p:spPr>
          <a:xfrm rot="10800000">
            <a:off x="2699375" y="3352599"/>
            <a:ext cx="193824" cy="420099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" name="Google Shape;1480;p73">
            <a:extLst>
              <a:ext uri="{FF2B5EF4-FFF2-40B4-BE49-F238E27FC236}">
                <a16:creationId xmlns:a16="http://schemas.microsoft.com/office/drawing/2014/main" id="{C4EE2E3A-822C-DC98-A9B8-3D20C53BC645}"/>
              </a:ext>
            </a:extLst>
          </p:cNvPr>
          <p:cNvSpPr txBox="1"/>
          <p:nvPr/>
        </p:nvSpPr>
        <p:spPr>
          <a:xfrm>
            <a:off x="2406285" y="2897205"/>
            <a:ext cx="780002" cy="269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dirty="0">
                <a:solidFill>
                  <a:schemeClr val="dk1"/>
                </a:solidFill>
                <a:latin typeface="Times New Roman" panose="02020603050405020304" pitchFamily="18" charset="0"/>
                <a:ea typeface="Archivo"/>
                <a:cs typeface="Times New Roman" panose="02020603050405020304" pitchFamily="18" charset="0"/>
                <a:sym typeface="Archivo"/>
              </a:rPr>
              <a:t>Outer shell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Archivo"/>
              <a:cs typeface="Times New Roman" panose="02020603050405020304" pitchFamily="18" charset="0"/>
              <a:sym typeface="Archivo"/>
            </a:endParaRPr>
          </a:p>
        </p:txBody>
      </p:sp>
      <p:pic>
        <p:nvPicPr>
          <p:cNvPr id="23" name="Google Shape;1500;p76">
            <a:extLst>
              <a:ext uri="{FF2B5EF4-FFF2-40B4-BE49-F238E27FC236}">
                <a16:creationId xmlns:a16="http://schemas.microsoft.com/office/drawing/2014/main" id="{5EAC69BD-9AF9-4E8E-D7CD-9E50CA26EB0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56591" y="3094581"/>
            <a:ext cx="2846582" cy="136143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503;p76">
            <a:extLst>
              <a:ext uri="{FF2B5EF4-FFF2-40B4-BE49-F238E27FC236}">
                <a16:creationId xmlns:a16="http://schemas.microsoft.com/office/drawing/2014/main" id="{42717638-D5DD-6707-2C81-1218EB5FC2B4}"/>
              </a:ext>
            </a:extLst>
          </p:cNvPr>
          <p:cNvSpPr/>
          <p:nvPr/>
        </p:nvSpPr>
        <p:spPr>
          <a:xfrm rot="7312564">
            <a:off x="5881989" y="4378825"/>
            <a:ext cx="409557" cy="129977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" name="Google Shape;1504;p76">
            <a:extLst>
              <a:ext uri="{FF2B5EF4-FFF2-40B4-BE49-F238E27FC236}">
                <a16:creationId xmlns:a16="http://schemas.microsoft.com/office/drawing/2014/main" id="{D3C03779-EFF2-466E-ECB5-883EF1EF4ED2}"/>
              </a:ext>
            </a:extLst>
          </p:cNvPr>
          <p:cNvSpPr txBox="1"/>
          <p:nvPr/>
        </p:nvSpPr>
        <p:spPr>
          <a:xfrm>
            <a:off x="5325096" y="4615264"/>
            <a:ext cx="1158647" cy="32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cards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1505;p76">
            <a:extLst>
              <a:ext uri="{FF2B5EF4-FFF2-40B4-BE49-F238E27FC236}">
                <a16:creationId xmlns:a16="http://schemas.microsoft.com/office/drawing/2014/main" id="{61E297AF-1E67-D7F7-B4D0-E85A13F04FE4}"/>
              </a:ext>
            </a:extLst>
          </p:cNvPr>
          <p:cNvSpPr/>
          <p:nvPr/>
        </p:nvSpPr>
        <p:spPr>
          <a:xfrm rot="14419684">
            <a:off x="7876068" y="4470491"/>
            <a:ext cx="429279" cy="14384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" name="Google Shape;1506;p76">
            <a:extLst>
              <a:ext uri="{FF2B5EF4-FFF2-40B4-BE49-F238E27FC236}">
                <a16:creationId xmlns:a16="http://schemas.microsoft.com/office/drawing/2014/main" id="{0C481E49-CF1E-17C1-3EE1-5356DC4D42F1}"/>
              </a:ext>
            </a:extLst>
          </p:cNvPr>
          <p:cNvSpPr txBox="1"/>
          <p:nvPr/>
        </p:nvSpPr>
        <p:spPr>
          <a:xfrm>
            <a:off x="7173621" y="4610048"/>
            <a:ext cx="1872854" cy="304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card an initial speed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2"/>
          <p:cNvSpPr txBox="1">
            <a:spLocks noGrp="1"/>
          </p:cNvSpPr>
          <p:nvPr>
            <p:ph type="title"/>
          </p:nvPr>
        </p:nvSpPr>
        <p:spPr>
          <a:xfrm>
            <a:off x="510492" y="428603"/>
            <a:ext cx="7713900" cy="6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 explanation &amp; Force analysis</a:t>
            </a:r>
            <a:endParaRPr sz="2800" dirty="0">
              <a:latin typeface="Times New Roman" panose="02020603050405020304" pitchFamily="18" charset="0"/>
              <a:ea typeface="Kantumruy Pro SemiBold"/>
              <a:cs typeface="Times New Roman" panose="02020603050405020304" pitchFamily="18" charset="0"/>
              <a:sym typeface="Kantumruy Pro SemiBold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718EF9-4F51-B969-570E-74C6DB8DF3F2}"/>
              </a:ext>
            </a:extLst>
          </p:cNvPr>
          <p:cNvSpPr/>
          <p:nvPr/>
        </p:nvSpPr>
        <p:spPr>
          <a:xfrm>
            <a:off x="349439" y="1180038"/>
            <a:ext cx="2129943" cy="64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Delivering parts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D35A305-EDD1-2DC5-6EF5-B71D3AA34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46" y="2213196"/>
            <a:ext cx="3452494" cy="213426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2AF9988-AB16-C498-CA00-77CFE16FC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641" y="2213196"/>
            <a:ext cx="3633766" cy="2038170"/>
          </a:xfrm>
          <a:prstGeom prst="rect">
            <a:avLst/>
          </a:prstGeom>
        </p:spPr>
      </p:pic>
      <p:sp>
        <p:nvSpPr>
          <p:cNvPr id="4" name="Google Shape;1475;p73">
            <a:extLst>
              <a:ext uri="{FF2B5EF4-FFF2-40B4-BE49-F238E27FC236}">
                <a16:creationId xmlns:a16="http://schemas.microsoft.com/office/drawing/2014/main" id="{D233061D-2ACC-AEF7-379C-B1EB2089A0D8}"/>
              </a:ext>
            </a:extLst>
          </p:cNvPr>
          <p:cNvSpPr/>
          <p:nvPr/>
        </p:nvSpPr>
        <p:spPr>
          <a:xfrm rot="13248469">
            <a:off x="3026385" y="1939191"/>
            <a:ext cx="225651" cy="634587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" name="Google Shape;1504;p76">
            <a:extLst>
              <a:ext uri="{FF2B5EF4-FFF2-40B4-BE49-F238E27FC236}">
                <a16:creationId xmlns:a16="http://schemas.microsoft.com/office/drawing/2014/main" id="{AD4A8B80-170F-F350-2CD8-32AE34D943C1}"/>
              </a:ext>
            </a:extLst>
          </p:cNvPr>
          <p:cNvSpPr txBox="1"/>
          <p:nvPr/>
        </p:nvSpPr>
        <p:spPr>
          <a:xfrm>
            <a:off x="2846454" y="1647098"/>
            <a:ext cx="1480453" cy="32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 stack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1475;p73">
            <a:extLst>
              <a:ext uri="{FF2B5EF4-FFF2-40B4-BE49-F238E27FC236}">
                <a16:creationId xmlns:a16="http://schemas.microsoft.com/office/drawing/2014/main" id="{70F9FBA3-E9B1-23AD-C8F5-C9B8A1D3EC6B}"/>
              </a:ext>
            </a:extLst>
          </p:cNvPr>
          <p:cNvSpPr/>
          <p:nvPr/>
        </p:nvSpPr>
        <p:spPr>
          <a:xfrm rot="2269796">
            <a:off x="861052" y="3612820"/>
            <a:ext cx="236531" cy="632473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504;p76">
            <a:extLst>
              <a:ext uri="{FF2B5EF4-FFF2-40B4-BE49-F238E27FC236}">
                <a16:creationId xmlns:a16="http://schemas.microsoft.com/office/drawing/2014/main" id="{B8428160-7526-C266-6835-43036DCA39FC}"/>
              </a:ext>
            </a:extLst>
          </p:cNvPr>
          <p:cNvSpPr txBox="1"/>
          <p:nvPr/>
        </p:nvSpPr>
        <p:spPr>
          <a:xfrm>
            <a:off x="410717" y="4131962"/>
            <a:ext cx="698233" cy="33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Card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852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2"/>
          <p:cNvSpPr txBox="1">
            <a:spLocks noGrp="1"/>
          </p:cNvSpPr>
          <p:nvPr>
            <p:ph type="title"/>
          </p:nvPr>
        </p:nvSpPr>
        <p:spPr>
          <a:xfrm>
            <a:off x="510492" y="428603"/>
            <a:ext cx="7713900" cy="6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 explanation &amp; Force analysis</a:t>
            </a:r>
            <a:endParaRPr sz="2800" dirty="0">
              <a:latin typeface="Times New Roman" panose="02020603050405020304" pitchFamily="18" charset="0"/>
              <a:ea typeface="Kantumruy Pro SemiBold"/>
              <a:cs typeface="Times New Roman" panose="02020603050405020304" pitchFamily="18" charset="0"/>
              <a:sym typeface="Kantumruy Pro SemiBold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718EF9-4F51-B969-570E-74C6DB8DF3F2}"/>
              </a:ext>
            </a:extLst>
          </p:cNvPr>
          <p:cNvSpPr/>
          <p:nvPr/>
        </p:nvSpPr>
        <p:spPr>
          <a:xfrm>
            <a:off x="349439" y="1180038"/>
            <a:ext cx="2129943" cy="64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Rotation parts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A51843-6EC6-6EE4-B0F0-2F8B26AB4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151" y="1910539"/>
            <a:ext cx="2228452" cy="2962900"/>
          </a:xfrm>
          <a:prstGeom prst="rect">
            <a:avLst/>
          </a:prstGeom>
        </p:spPr>
      </p:pic>
      <p:pic>
        <p:nvPicPr>
          <p:cNvPr id="7" name="Google Shape;1481;p73">
            <a:extLst>
              <a:ext uri="{FF2B5EF4-FFF2-40B4-BE49-F238E27FC236}">
                <a16:creationId xmlns:a16="http://schemas.microsoft.com/office/drawing/2014/main" id="{8034F77D-16EE-0221-D925-0A3F731F37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3603" b="14769"/>
          <a:stretch/>
        </p:blipFill>
        <p:spPr>
          <a:xfrm>
            <a:off x="349439" y="1931473"/>
            <a:ext cx="2510687" cy="31944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475;p73">
            <a:extLst>
              <a:ext uri="{FF2B5EF4-FFF2-40B4-BE49-F238E27FC236}">
                <a16:creationId xmlns:a16="http://schemas.microsoft.com/office/drawing/2014/main" id="{8CAAEE92-633E-0007-4F8B-96AD399BB7E4}"/>
              </a:ext>
            </a:extLst>
          </p:cNvPr>
          <p:cNvSpPr/>
          <p:nvPr/>
        </p:nvSpPr>
        <p:spPr>
          <a:xfrm rot="19003139">
            <a:off x="2503584" y="3977621"/>
            <a:ext cx="240132" cy="683482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" name="Google Shape;1475;p73">
            <a:extLst>
              <a:ext uri="{FF2B5EF4-FFF2-40B4-BE49-F238E27FC236}">
                <a16:creationId xmlns:a16="http://schemas.microsoft.com/office/drawing/2014/main" id="{FE083EA0-79F8-5DA6-30E5-336175E05E9A}"/>
              </a:ext>
            </a:extLst>
          </p:cNvPr>
          <p:cNvSpPr/>
          <p:nvPr/>
        </p:nvSpPr>
        <p:spPr>
          <a:xfrm rot="13500388">
            <a:off x="2516404" y="2198155"/>
            <a:ext cx="214492" cy="627412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" name="Google Shape;1504;p76">
            <a:extLst>
              <a:ext uri="{FF2B5EF4-FFF2-40B4-BE49-F238E27FC236}">
                <a16:creationId xmlns:a16="http://schemas.microsoft.com/office/drawing/2014/main" id="{5A267EDD-69EF-21C1-B188-FD899300982D}"/>
              </a:ext>
            </a:extLst>
          </p:cNvPr>
          <p:cNvSpPr txBox="1"/>
          <p:nvPr/>
        </p:nvSpPr>
        <p:spPr>
          <a:xfrm>
            <a:off x="2347335" y="1910539"/>
            <a:ext cx="1230536" cy="282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 parts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504;p76">
            <a:extLst>
              <a:ext uri="{FF2B5EF4-FFF2-40B4-BE49-F238E27FC236}">
                <a16:creationId xmlns:a16="http://schemas.microsoft.com/office/drawing/2014/main" id="{BF6D47BD-2302-39F5-9B97-5DB408E39A93}"/>
              </a:ext>
            </a:extLst>
          </p:cNvPr>
          <p:cNvSpPr txBox="1"/>
          <p:nvPr/>
        </p:nvSpPr>
        <p:spPr>
          <a:xfrm>
            <a:off x="2347334" y="4509091"/>
            <a:ext cx="1381517" cy="282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 parts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04;p76">
            <a:extLst>
              <a:ext uri="{FF2B5EF4-FFF2-40B4-BE49-F238E27FC236}">
                <a16:creationId xmlns:a16="http://schemas.microsoft.com/office/drawing/2014/main" id="{08995955-FCD9-3560-72BF-F3E09336CDA6}"/>
              </a:ext>
            </a:extLst>
          </p:cNvPr>
          <p:cNvSpPr txBox="1"/>
          <p:nvPr/>
        </p:nvSpPr>
        <p:spPr>
          <a:xfrm>
            <a:off x="5415151" y="1236702"/>
            <a:ext cx="2228452" cy="81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 parts (During delivering)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475;p73">
            <a:extLst>
              <a:ext uri="{FF2B5EF4-FFF2-40B4-BE49-F238E27FC236}">
                <a16:creationId xmlns:a16="http://schemas.microsoft.com/office/drawing/2014/main" id="{E45BC9DB-7E78-7ECC-2056-769B9D72B4A3}"/>
              </a:ext>
            </a:extLst>
          </p:cNvPr>
          <p:cNvSpPr/>
          <p:nvPr/>
        </p:nvSpPr>
        <p:spPr>
          <a:xfrm rot="3660425">
            <a:off x="5806699" y="4167350"/>
            <a:ext cx="240132" cy="683482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" name="Google Shape;1504;p76">
            <a:extLst>
              <a:ext uri="{FF2B5EF4-FFF2-40B4-BE49-F238E27FC236}">
                <a16:creationId xmlns:a16="http://schemas.microsoft.com/office/drawing/2014/main" id="{02103B14-D807-6949-C67A-C2261660902A}"/>
              </a:ext>
            </a:extLst>
          </p:cNvPr>
          <p:cNvSpPr txBox="1"/>
          <p:nvPr/>
        </p:nvSpPr>
        <p:spPr>
          <a:xfrm>
            <a:off x="4492977" y="4573523"/>
            <a:ext cx="1988009" cy="282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linear motor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475;p73">
            <a:extLst>
              <a:ext uri="{FF2B5EF4-FFF2-40B4-BE49-F238E27FC236}">
                <a16:creationId xmlns:a16="http://schemas.microsoft.com/office/drawing/2014/main" id="{1B674BC0-D940-CB98-3234-E48ED554B57D}"/>
              </a:ext>
            </a:extLst>
          </p:cNvPr>
          <p:cNvSpPr/>
          <p:nvPr/>
        </p:nvSpPr>
        <p:spPr>
          <a:xfrm rot="7402384">
            <a:off x="5141435" y="2266250"/>
            <a:ext cx="214492" cy="627412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1504;p76">
            <a:extLst>
              <a:ext uri="{FF2B5EF4-FFF2-40B4-BE49-F238E27FC236}">
                <a16:creationId xmlns:a16="http://schemas.microsoft.com/office/drawing/2014/main" id="{F91F4BA3-C6CD-E8E2-56C2-DB446E8BE0CD}"/>
              </a:ext>
            </a:extLst>
          </p:cNvPr>
          <p:cNvSpPr txBox="1"/>
          <p:nvPr/>
        </p:nvSpPr>
        <p:spPr>
          <a:xfrm>
            <a:off x="4359947" y="2026874"/>
            <a:ext cx="1988009" cy="282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Outer shell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1475;p73">
            <a:extLst>
              <a:ext uri="{FF2B5EF4-FFF2-40B4-BE49-F238E27FC236}">
                <a16:creationId xmlns:a16="http://schemas.microsoft.com/office/drawing/2014/main" id="{BF43D362-13E0-F519-2380-B80138634C38}"/>
              </a:ext>
            </a:extLst>
          </p:cNvPr>
          <p:cNvSpPr/>
          <p:nvPr/>
        </p:nvSpPr>
        <p:spPr>
          <a:xfrm rot="3525777">
            <a:off x="5326821" y="3127097"/>
            <a:ext cx="204197" cy="76947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1504;p76">
            <a:extLst>
              <a:ext uri="{FF2B5EF4-FFF2-40B4-BE49-F238E27FC236}">
                <a16:creationId xmlns:a16="http://schemas.microsoft.com/office/drawing/2014/main" id="{56D030C6-63D0-6BBB-9541-54D310811406}"/>
              </a:ext>
            </a:extLst>
          </p:cNvPr>
          <p:cNvSpPr txBox="1"/>
          <p:nvPr/>
        </p:nvSpPr>
        <p:spPr>
          <a:xfrm>
            <a:off x="4096988" y="3641977"/>
            <a:ext cx="1988009" cy="282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Rotating design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822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080AC9E-1EBB-B71B-A8A0-2315CC4DB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395" y="1785549"/>
            <a:ext cx="5795186" cy="3346076"/>
          </a:xfrm>
          <a:prstGeom prst="rect">
            <a:avLst/>
          </a:prstGeom>
        </p:spPr>
      </p:pic>
      <p:sp>
        <p:nvSpPr>
          <p:cNvPr id="741" name="Google Shape;741;p42"/>
          <p:cNvSpPr txBox="1">
            <a:spLocks noGrp="1"/>
          </p:cNvSpPr>
          <p:nvPr>
            <p:ph type="title"/>
          </p:nvPr>
        </p:nvSpPr>
        <p:spPr>
          <a:xfrm>
            <a:off x="510492" y="428603"/>
            <a:ext cx="7713900" cy="6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 explanation &amp; Force analysis</a:t>
            </a:r>
            <a:endParaRPr sz="2800" dirty="0">
              <a:latin typeface="Times New Roman" panose="02020603050405020304" pitchFamily="18" charset="0"/>
              <a:ea typeface="Kantumruy Pro SemiBold"/>
              <a:cs typeface="Times New Roman" panose="02020603050405020304" pitchFamily="18" charset="0"/>
              <a:sym typeface="Kantumruy Pro SemiBold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718EF9-4F51-B969-570E-74C6DB8DF3F2}"/>
              </a:ext>
            </a:extLst>
          </p:cNvPr>
          <p:cNvSpPr/>
          <p:nvPr/>
        </p:nvSpPr>
        <p:spPr>
          <a:xfrm>
            <a:off x="349439" y="1180038"/>
            <a:ext cx="2129943" cy="64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Rotation parts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504;p76">
            <a:extLst>
              <a:ext uri="{FF2B5EF4-FFF2-40B4-BE49-F238E27FC236}">
                <a16:creationId xmlns:a16="http://schemas.microsoft.com/office/drawing/2014/main" id="{08995955-FCD9-3560-72BF-F3E09336CDA6}"/>
              </a:ext>
            </a:extLst>
          </p:cNvPr>
          <p:cNvSpPr txBox="1"/>
          <p:nvPr/>
        </p:nvSpPr>
        <p:spPr>
          <a:xfrm>
            <a:off x="3030040" y="1249529"/>
            <a:ext cx="3253836" cy="55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 parts (During Lifting)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1475;p73">
            <a:extLst>
              <a:ext uri="{FF2B5EF4-FFF2-40B4-BE49-F238E27FC236}">
                <a16:creationId xmlns:a16="http://schemas.microsoft.com/office/drawing/2014/main" id="{BF43D362-13E0-F519-2380-B80138634C38}"/>
              </a:ext>
            </a:extLst>
          </p:cNvPr>
          <p:cNvSpPr/>
          <p:nvPr/>
        </p:nvSpPr>
        <p:spPr>
          <a:xfrm rot="16769335">
            <a:off x="6462382" y="2636611"/>
            <a:ext cx="204197" cy="76947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1504;p76">
            <a:extLst>
              <a:ext uri="{FF2B5EF4-FFF2-40B4-BE49-F238E27FC236}">
                <a16:creationId xmlns:a16="http://schemas.microsoft.com/office/drawing/2014/main" id="{56D030C6-63D0-6BBB-9541-54D310811406}"/>
              </a:ext>
            </a:extLst>
          </p:cNvPr>
          <p:cNvSpPr txBox="1"/>
          <p:nvPr/>
        </p:nvSpPr>
        <p:spPr>
          <a:xfrm>
            <a:off x="6960785" y="2607836"/>
            <a:ext cx="1589450" cy="142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Sinks</a:t>
            </a:r>
            <a:r>
              <a:rPr lang="zh-CN" alt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C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outer shell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four players 4 sinks 1 round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475;p73">
            <a:extLst>
              <a:ext uri="{FF2B5EF4-FFF2-40B4-BE49-F238E27FC236}">
                <a16:creationId xmlns:a16="http://schemas.microsoft.com/office/drawing/2014/main" id="{29CBA2B9-0E33-1F81-A824-67FC53403141}"/>
              </a:ext>
            </a:extLst>
          </p:cNvPr>
          <p:cNvSpPr/>
          <p:nvPr/>
        </p:nvSpPr>
        <p:spPr>
          <a:xfrm rot="16200000">
            <a:off x="2899267" y="4152285"/>
            <a:ext cx="204197" cy="76947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" name="Google Shape;1504;p76">
            <a:extLst>
              <a:ext uri="{FF2B5EF4-FFF2-40B4-BE49-F238E27FC236}">
                <a16:creationId xmlns:a16="http://schemas.microsoft.com/office/drawing/2014/main" id="{8371A023-09A3-690D-5889-8F5AF59C88AB}"/>
              </a:ext>
            </a:extLst>
          </p:cNvPr>
          <p:cNvSpPr txBox="1"/>
          <p:nvPr/>
        </p:nvSpPr>
        <p:spPr>
          <a:xfrm>
            <a:off x="3426343" y="4280279"/>
            <a:ext cx="1380125" cy="71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linear motor lifts up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1504;p76">
            <a:extLst>
              <a:ext uri="{FF2B5EF4-FFF2-40B4-BE49-F238E27FC236}">
                <a16:creationId xmlns:a16="http://schemas.microsoft.com/office/drawing/2014/main" id="{D49FA23D-04A0-EE5F-A3E5-16B81DD0B01E}"/>
              </a:ext>
            </a:extLst>
          </p:cNvPr>
          <p:cNvSpPr txBox="1"/>
          <p:nvPr/>
        </p:nvSpPr>
        <p:spPr>
          <a:xfrm>
            <a:off x="3324047" y="2135624"/>
            <a:ext cx="1043395" cy="35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view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172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2636238-5584-D7B2-4D0D-F8A238306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414" y="1931473"/>
            <a:ext cx="2190983" cy="31662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3B6133A-299A-A2AD-132C-21173800E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973" y="1931473"/>
            <a:ext cx="2547209" cy="3166278"/>
          </a:xfrm>
          <a:prstGeom prst="rect">
            <a:avLst/>
          </a:prstGeom>
        </p:spPr>
      </p:pic>
      <p:sp>
        <p:nvSpPr>
          <p:cNvPr id="741" name="Google Shape;741;p42"/>
          <p:cNvSpPr txBox="1">
            <a:spLocks noGrp="1"/>
          </p:cNvSpPr>
          <p:nvPr>
            <p:ph type="title"/>
          </p:nvPr>
        </p:nvSpPr>
        <p:spPr>
          <a:xfrm>
            <a:off x="510492" y="428603"/>
            <a:ext cx="7713900" cy="6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 explanation &amp; Force analysis</a:t>
            </a:r>
            <a:endParaRPr sz="2800" dirty="0">
              <a:latin typeface="Times New Roman" panose="02020603050405020304" pitchFamily="18" charset="0"/>
              <a:ea typeface="Kantumruy Pro SemiBold"/>
              <a:cs typeface="Times New Roman" panose="02020603050405020304" pitchFamily="18" charset="0"/>
              <a:sym typeface="Kantumruy Pro SemiBold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718EF9-4F51-B969-570E-74C6DB8DF3F2}"/>
              </a:ext>
            </a:extLst>
          </p:cNvPr>
          <p:cNvSpPr/>
          <p:nvPr/>
        </p:nvSpPr>
        <p:spPr>
          <a:xfrm>
            <a:off x="349439" y="1180038"/>
            <a:ext cx="2129943" cy="64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Rotation parts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504;p76">
            <a:extLst>
              <a:ext uri="{FF2B5EF4-FFF2-40B4-BE49-F238E27FC236}">
                <a16:creationId xmlns:a16="http://schemas.microsoft.com/office/drawing/2014/main" id="{08995955-FCD9-3560-72BF-F3E09336CDA6}"/>
              </a:ext>
            </a:extLst>
          </p:cNvPr>
          <p:cNvSpPr txBox="1"/>
          <p:nvPr/>
        </p:nvSpPr>
        <p:spPr>
          <a:xfrm>
            <a:off x="3030040" y="1249529"/>
            <a:ext cx="3253836" cy="55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 parts (During Lifting)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1475;p73">
            <a:extLst>
              <a:ext uri="{FF2B5EF4-FFF2-40B4-BE49-F238E27FC236}">
                <a16:creationId xmlns:a16="http://schemas.microsoft.com/office/drawing/2014/main" id="{BF43D362-13E0-F519-2380-B80138634C38}"/>
              </a:ext>
            </a:extLst>
          </p:cNvPr>
          <p:cNvSpPr/>
          <p:nvPr/>
        </p:nvSpPr>
        <p:spPr>
          <a:xfrm rot="5400000">
            <a:off x="4427078" y="2505110"/>
            <a:ext cx="289845" cy="1777638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1504;p76">
            <a:extLst>
              <a:ext uri="{FF2B5EF4-FFF2-40B4-BE49-F238E27FC236}">
                <a16:creationId xmlns:a16="http://schemas.microsoft.com/office/drawing/2014/main" id="{56D030C6-63D0-6BBB-9541-54D310811406}"/>
              </a:ext>
            </a:extLst>
          </p:cNvPr>
          <p:cNvSpPr txBox="1"/>
          <p:nvPr/>
        </p:nvSpPr>
        <p:spPr>
          <a:xfrm>
            <a:off x="3673612" y="2816299"/>
            <a:ext cx="1714333" cy="432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Lifting to the top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504;p76">
            <a:extLst>
              <a:ext uri="{FF2B5EF4-FFF2-40B4-BE49-F238E27FC236}">
                <a16:creationId xmlns:a16="http://schemas.microsoft.com/office/drawing/2014/main" id="{8371A023-09A3-690D-5889-8F5AF59C88AB}"/>
              </a:ext>
            </a:extLst>
          </p:cNvPr>
          <p:cNvSpPr txBox="1"/>
          <p:nvPr/>
        </p:nvSpPr>
        <p:spPr>
          <a:xfrm>
            <a:off x="196302" y="2275783"/>
            <a:ext cx="1216858" cy="97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inside composition of the shell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254649-D5AD-1BC2-1216-7550ED5A5680}"/>
              </a:ext>
            </a:extLst>
          </p:cNvPr>
          <p:cNvSpPr txBox="1"/>
          <p:nvPr/>
        </p:nvSpPr>
        <p:spPr>
          <a:xfrm>
            <a:off x="3440072" y="483325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Google Shape;1504;p76">
            <a:extLst>
              <a:ext uri="{FF2B5EF4-FFF2-40B4-BE49-F238E27FC236}">
                <a16:creationId xmlns:a16="http://schemas.microsoft.com/office/drawing/2014/main" id="{7610ADA3-E337-6DEE-1DF3-92C4C43E91E9}"/>
              </a:ext>
            </a:extLst>
          </p:cNvPr>
          <p:cNvSpPr txBox="1"/>
          <p:nvPr/>
        </p:nvSpPr>
        <p:spPr>
          <a:xfrm>
            <a:off x="2875986" y="4593614"/>
            <a:ext cx="2408534" cy="432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moving tendency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1504;p76">
            <a:extLst>
              <a:ext uri="{FF2B5EF4-FFF2-40B4-BE49-F238E27FC236}">
                <a16:creationId xmlns:a16="http://schemas.microsoft.com/office/drawing/2014/main" id="{E7B2D8DB-AA8A-3672-023C-77C3AC0CFCD0}"/>
              </a:ext>
            </a:extLst>
          </p:cNvPr>
          <p:cNvSpPr txBox="1"/>
          <p:nvPr/>
        </p:nvSpPr>
        <p:spPr>
          <a:xfrm>
            <a:off x="7648397" y="2413202"/>
            <a:ext cx="1669695" cy="80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Rotating to another sink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326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1FD7C8-2839-47DD-DF2C-2BBB6932C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82" y="1893927"/>
            <a:ext cx="2408533" cy="3130399"/>
          </a:xfrm>
          <a:prstGeom prst="rect">
            <a:avLst/>
          </a:prstGeom>
        </p:spPr>
      </p:pic>
      <p:sp>
        <p:nvSpPr>
          <p:cNvPr id="741" name="Google Shape;741;p42"/>
          <p:cNvSpPr txBox="1">
            <a:spLocks noGrp="1"/>
          </p:cNvSpPr>
          <p:nvPr>
            <p:ph type="title"/>
          </p:nvPr>
        </p:nvSpPr>
        <p:spPr>
          <a:xfrm>
            <a:off x="510492" y="428603"/>
            <a:ext cx="7713900" cy="6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 explanation &amp; Force analysis</a:t>
            </a:r>
            <a:endParaRPr sz="2800" dirty="0">
              <a:latin typeface="Times New Roman" panose="02020603050405020304" pitchFamily="18" charset="0"/>
              <a:ea typeface="Kantumruy Pro SemiBold"/>
              <a:cs typeface="Times New Roman" panose="02020603050405020304" pitchFamily="18" charset="0"/>
              <a:sym typeface="Kantumruy Pro SemiBold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718EF9-4F51-B969-570E-74C6DB8DF3F2}"/>
              </a:ext>
            </a:extLst>
          </p:cNvPr>
          <p:cNvSpPr/>
          <p:nvPr/>
        </p:nvSpPr>
        <p:spPr>
          <a:xfrm>
            <a:off x="349439" y="1180038"/>
            <a:ext cx="2129943" cy="648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Rotation parts</a:t>
            </a:r>
            <a:endParaRPr kumimoji="1"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504;p76">
            <a:extLst>
              <a:ext uri="{FF2B5EF4-FFF2-40B4-BE49-F238E27FC236}">
                <a16:creationId xmlns:a16="http://schemas.microsoft.com/office/drawing/2014/main" id="{08995955-FCD9-3560-72BF-F3E09336CDA6}"/>
              </a:ext>
            </a:extLst>
          </p:cNvPr>
          <p:cNvSpPr txBox="1"/>
          <p:nvPr/>
        </p:nvSpPr>
        <p:spPr>
          <a:xfrm>
            <a:off x="3030040" y="1249529"/>
            <a:ext cx="3253836" cy="55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 parts (During Lifting)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1475;p73">
            <a:extLst>
              <a:ext uri="{FF2B5EF4-FFF2-40B4-BE49-F238E27FC236}">
                <a16:creationId xmlns:a16="http://schemas.microsoft.com/office/drawing/2014/main" id="{BF43D362-13E0-F519-2380-B80138634C38}"/>
              </a:ext>
            </a:extLst>
          </p:cNvPr>
          <p:cNvSpPr/>
          <p:nvPr/>
        </p:nvSpPr>
        <p:spPr>
          <a:xfrm rot="14659809">
            <a:off x="3268584" y="3348719"/>
            <a:ext cx="197996" cy="915084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1504;p76">
            <a:extLst>
              <a:ext uri="{FF2B5EF4-FFF2-40B4-BE49-F238E27FC236}">
                <a16:creationId xmlns:a16="http://schemas.microsoft.com/office/drawing/2014/main" id="{56D030C6-63D0-6BBB-9541-54D310811406}"/>
              </a:ext>
            </a:extLst>
          </p:cNvPr>
          <p:cNvSpPr txBox="1"/>
          <p:nvPr/>
        </p:nvSpPr>
        <p:spPr>
          <a:xfrm>
            <a:off x="3733999" y="3338305"/>
            <a:ext cx="959745" cy="432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Chooser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504;p76">
            <a:extLst>
              <a:ext uri="{FF2B5EF4-FFF2-40B4-BE49-F238E27FC236}">
                <a16:creationId xmlns:a16="http://schemas.microsoft.com/office/drawing/2014/main" id="{8371A023-09A3-690D-5889-8F5AF59C88AB}"/>
              </a:ext>
            </a:extLst>
          </p:cNvPr>
          <p:cNvSpPr txBox="1"/>
          <p:nvPr/>
        </p:nvSpPr>
        <p:spPr>
          <a:xfrm>
            <a:off x="24256" y="2402238"/>
            <a:ext cx="1216858" cy="97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Sink of the shell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254649-D5AD-1BC2-1216-7550ED5A5680}"/>
              </a:ext>
            </a:extLst>
          </p:cNvPr>
          <p:cNvSpPr txBox="1"/>
          <p:nvPr/>
        </p:nvSpPr>
        <p:spPr>
          <a:xfrm>
            <a:off x="3440072" y="483325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Google Shape;1504;p76">
            <a:extLst>
              <a:ext uri="{FF2B5EF4-FFF2-40B4-BE49-F238E27FC236}">
                <a16:creationId xmlns:a16="http://schemas.microsoft.com/office/drawing/2014/main" id="{7610ADA3-E337-6DEE-1DF3-92C4C43E91E9}"/>
              </a:ext>
            </a:extLst>
          </p:cNvPr>
          <p:cNvSpPr txBox="1"/>
          <p:nvPr/>
        </p:nvSpPr>
        <p:spPr>
          <a:xfrm>
            <a:off x="3556189" y="4093688"/>
            <a:ext cx="1419572" cy="7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supporters controlled by Arduino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475;p73">
            <a:extLst>
              <a:ext uri="{FF2B5EF4-FFF2-40B4-BE49-F238E27FC236}">
                <a16:creationId xmlns:a16="http://schemas.microsoft.com/office/drawing/2014/main" id="{680A9907-9113-41CD-2CA8-054849980968}"/>
              </a:ext>
            </a:extLst>
          </p:cNvPr>
          <p:cNvSpPr/>
          <p:nvPr/>
        </p:nvSpPr>
        <p:spPr>
          <a:xfrm rot="5400000">
            <a:off x="1015151" y="2758258"/>
            <a:ext cx="199842" cy="59617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475;p73">
            <a:extLst>
              <a:ext uri="{FF2B5EF4-FFF2-40B4-BE49-F238E27FC236}">
                <a16:creationId xmlns:a16="http://schemas.microsoft.com/office/drawing/2014/main" id="{19BCE454-A988-33B1-DF8B-25DA82CDA9AD}"/>
              </a:ext>
            </a:extLst>
          </p:cNvPr>
          <p:cNvSpPr/>
          <p:nvPr/>
        </p:nvSpPr>
        <p:spPr>
          <a:xfrm rot="16200000">
            <a:off x="3136932" y="4166062"/>
            <a:ext cx="232564" cy="681803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130B3BB-9E85-6CBA-8FBF-6D2352E44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40" y="2013265"/>
            <a:ext cx="2961871" cy="2891721"/>
          </a:xfrm>
          <a:prstGeom prst="rect">
            <a:avLst/>
          </a:prstGeom>
        </p:spPr>
      </p:pic>
      <p:sp>
        <p:nvSpPr>
          <p:cNvPr id="12" name="Google Shape;1475;p73">
            <a:extLst>
              <a:ext uri="{FF2B5EF4-FFF2-40B4-BE49-F238E27FC236}">
                <a16:creationId xmlns:a16="http://schemas.microsoft.com/office/drawing/2014/main" id="{EDE54E4D-DB0D-DDC8-6371-3E909FE2D16E}"/>
              </a:ext>
            </a:extLst>
          </p:cNvPr>
          <p:cNvSpPr/>
          <p:nvPr/>
        </p:nvSpPr>
        <p:spPr>
          <a:xfrm rot="14659809">
            <a:off x="7400389" y="2035462"/>
            <a:ext cx="170140" cy="63442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" name="Google Shape;1504;p76">
            <a:extLst>
              <a:ext uri="{FF2B5EF4-FFF2-40B4-BE49-F238E27FC236}">
                <a16:creationId xmlns:a16="http://schemas.microsoft.com/office/drawing/2014/main" id="{CB9901C9-61BF-463B-B002-52119B30F7F6}"/>
              </a:ext>
            </a:extLst>
          </p:cNvPr>
          <p:cNvSpPr txBox="1"/>
          <p:nvPr/>
        </p:nvSpPr>
        <p:spPr>
          <a:xfrm>
            <a:off x="7717310" y="1660773"/>
            <a:ext cx="1462316" cy="42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out of sinks in the outer shell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475;p73">
            <a:extLst>
              <a:ext uri="{FF2B5EF4-FFF2-40B4-BE49-F238E27FC236}">
                <a16:creationId xmlns:a16="http://schemas.microsoft.com/office/drawing/2014/main" id="{C83F3887-A1B8-7ABC-15DD-CBF8A26712F3}"/>
              </a:ext>
            </a:extLst>
          </p:cNvPr>
          <p:cNvSpPr/>
          <p:nvPr/>
        </p:nvSpPr>
        <p:spPr>
          <a:xfrm rot="16200000">
            <a:off x="7253948" y="3736850"/>
            <a:ext cx="197996" cy="915084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" name="Google Shape;1504;p76">
            <a:extLst>
              <a:ext uri="{FF2B5EF4-FFF2-40B4-BE49-F238E27FC236}">
                <a16:creationId xmlns:a16="http://schemas.microsoft.com/office/drawing/2014/main" id="{79262A0D-9DE0-BB16-B6DC-D25EBBF6C7B6}"/>
              </a:ext>
            </a:extLst>
          </p:cNvPr>
          <p:cNvSpPr txBox="1"/>
          <p:nvPr/>
        </p:nvSpPr>
        <p:spPr>
          <a:xfrm>
            <a:off x="7764811" y="3978037"/>
            <a:ext cx="1178137" cy="432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Lifted up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475;p73">
            <a:extLst>
              <a:ext uri="{FF2B5EF4-FFF2-40B4-BE49-F238E27FC236}">
                <a16:creationId xmlns:a16="http://schemas.microsoft.com/office/drawing/2014/main" id="{932C2F9C-B325-BBA8-F3C9-5922EE1EB4A7}"/>
              </a:ext>
            </a:extLst>
          </p:cNvPr>
          <p:cNvSpPr/>
          <p:nvPr/>
        </p:nvSpPr>
        <p:spPr>
          <a:xfrm rot="16200000">
            <a:off x="7244588" y="2592639"/>
            <a:ext cx="212171" cy="915084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" name="Google Shape;1504;p76">
            <a:extLst>
              <a:ext uri="{FF2B5EF4-FFF2-40B4-BE49-F238E27FC236}">
                <a16:creationId xmlns:a16="http://schemas.microsoft.com/office/drawing/2014/main" id="{576F50D7-C697-898D-60A3-28C0CC8931F4}"/>
              </a:ext>
            </a:extLst>
          </p:cNvPr>
          <p:cNvSpPr txBox="1"/>
          <p:nvPr/>
        </p:nvSpPr>
        <p:spPr>
          <a:xfrm>
            <a:off x="7808216" y="2677854"/>
            <a:ext cx="1462316" cy="42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sinks but 3 sinks a round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(for 3 players)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0555096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Engineering Thesis Defense by Slidesgo">
  <a:themeElements>
    <a:clrScheme name="Simple Light">
      <a:dk1>
        <a:srgbClr val="263165"/>
      </a:dk1>
      <a:lt1>
        <a:srgbClr val="F4EEF4"/>
      </a:lt1>
      <a:dk2>
        <a:srgbClr val="F3F4E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1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201</Words>
  <Application>Microsoft Macintosh PowerPoint</Application>
  <PresentationFormat>全屏显示(16:9)</PresentationFormat>
  <Paragraphs>50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Kantumruy Pro</vt:lpstr>
      <vt:lpstr>Kantumruy Pro Medium</vt:lpstr>
      <vt:lpstr>Kantumruy Pro SemiBold</vt:lpstr>
      <vt:lpstr>Archivo</vt:lpstr>
      <vt:lpstr>Arial</vt:lpstr>
      <vt:lpstr>Times New Roman</vt:lpstr>
      <vt:lpstr>Industrial Engineering Thesis Defense by Slidesgo</vt:lpstr>
      <vt:lpstr>Part 2  Design concept    &amp;  Engineering analysis</vt:lpstr>
      <vt:lpstr>Design concept</vt:lpstr>
      <vt:lpstr>Design concept explanation &amp; Force analysis</vt:lpstr>
      <vt:lpstr>Design concept explanation &amp; Force analysis</vt:lpstr>
      <vt:lpstr>Design concept explanation &amp; Force analysis</vt:lpstr>
      <vt:lpstr>Design concept explanation &amp; Force analysis</vt:lpstr>
      <vt:lpstr>Design concept explanation &amp; Force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闻越 李</cp:lastModifiedBy>
  <cp:revision>33</cp:revision>
  <dcterms:modified xsi:type="dcterms:W3CDTF">2024-07-14T12:56:34Z</dcterms:modified>
</cp:coreProperties>
</file>